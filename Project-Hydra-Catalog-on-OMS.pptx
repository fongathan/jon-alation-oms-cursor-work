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Hydra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catalog experience proposal — one head on Disney’s headless OMS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Hydra Vision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Catalog Head on 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OMS is our headless operational metadata store — the shared platform for technical metadata.</a:t>
            </a:r>
          </a:p>
          <a:p>
            <a:pPr>
              <a:defRPr sz="1800"/>
            </a:pPr>
            <a:r>
              <a:t>• Hydra is the catalog experience layer: search, glossary, lineage, documentation, stewardship, and analytics.</a:t>
            </a:r>
          </a:p>
          <a:p>
            <a:pPr>
              <a:defRPr sz="1800"/>
            </a:pPr>
            <a:r>
              <a:t>• Delivers Alation-class outcomes while aligning to Disney standards and reducing vendor dependency.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&amp; Catalog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Full-text search across tables, columns, schemas, articles, and data sources.</a:t>
            </a:r>
          </a:p>
          <a:p>
            <a:pPr>
              <a:defRPr sz="1800"/>
            </a:pPr>
            <a:r>
              <a:t>• Filters by object type; relevance ranking; optional usage-aware ranking.</a:t>
            </a:r>
          </a:p>
          <a:p>
            <a:pPr>
              <a:defRPr sz="1800"/>
            </a:pPr>
            <a:r>
              <a:t>• Deep links and discovery flows that mirror Alation “full page search.”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&amp; Metadata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Data source → schema → table → column hierarchy (Snowflake, PostgreSQL, etc.).</a:t>
            </a:r>
          </a:p>
          <a:p>
            <a:pPr>
              <a:defRPr sz="1800"/>
            </a:pPr>
            <a:r>
              <a:t>• Descriptions, stewards, synonyms, popularity; profiling and extraction hooks.</a:t>
            </a:r>
          </a:p>
          <a:p>
            <a:pPr>
              <a:defRPr sz="1800"/>
            </a:pPr>
            <a:r>
              <a:t>• Compose integration so every source is queryable and documented in context.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Articles &amp; Knowledge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Rich-text hubs for governance guides, onboarding, and stewardship playbooks.</a:t>
            </a:r>
          </a:p>
          <a:p>
            <a:pPr>
              <a:defRPr sz="1800"/>
            </a:pPr>
            <a:r>
              <a:t>• Nested folders; link articles to tables, metrics, and glossary terms.</a:t>
            </a:r>
          </a:p>
          <a:p>
            <a:pPr>
              <a:defRPr sz="1800"/>
            </a:pPr>
            <a:r>
              <a:t>• Collaborative authoring with clear ownership — the “Document Hub”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Canonical definitions for business terms, metrics, and KPIs.</a:t>
            </a:r>
          </a:p>
          <a:p>
            <a:pPr>
              <a:defRPr sz="1800"/>
            </a:pPr>
            <a:r>
              <a:t>• Aliases, formulas, data domains, business &amp; technical stewards.</a:t>
            </a:r>
          </a:p>
          <a:p>
            <a:pPr>
              <a:defRPr sz="1800"/>
            </a:pPr>
            <a:r>
              <a:t>• Links to implementing tables and saved queries — definition to execution.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Lineage &amp; Dataflows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Upstream/downstream lineage for tables and columns.</a:t>
            </a:r>
          </a:p>
          <a:p>
            <a:pPr>
              <a:defRPr sz="1800"/>
            </a:pPr>
            <a:r>
              <a:t>• Dataflow objects for ETL/ELT jobs, procedures, and pipelines.</a:t>
            </a:r>
          </a:p>
          <a:p>
            <a:pPr>
              <a:defRPr sz="1800"/>
            </a:pPr>
            <a:r>
              <a:t>• Column-level lineage from query logs, metadata, and Compose activity.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Compose &amp; Saved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Integrated SQL workspace to write, save, and share queries.</a:t>
            </a:r>
          </a:p>
          <a:p>
            <a:pPr>
              <a:defRPr sz="1800"/>
            </a:pPr>
            <a:r>
              <a:t>• Saved queries in the catalog; contribute to lineage; export and scheduling.</a:t>
            </a:r>
          </a:p>
          <a:p>
            <a:pPr>
              <a:defRPr sz="1800"/>
            </a:pPr>
            <a:r>
              <a:t>• Glossary terms link to “live” SQL that implements the metric.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Tags, Domains &amp; Quality Flags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Tags for compliance (GDPR/CCPA), domain, and project classification.</a:t>
            </a:r>
          </a:p>
          <a:p>
            <a:pPr>
              <a:defRPr sz="1800"/>
            </a:pPr>
            <a:r>
              <a:t>• Domains group assets by business area; search and filter by domain.</a:t>
            </a:r>
          </a:p>
          <a:p>
            <a:pPr>
              <a:defRPr sz="1800"/>
            </a:pPr>
            <a:r>
              <a:t>• Flags: endorsement, warning, deprecation — trusted signals for consumers.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Fields &amp; Stewardship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Admin-defined fields: stewards, formulas, segments, multi-select lists.</a:t>
            </a:r>
          </a:p>
          <a:p>
            <a:pPr>
              <a:defRPr sz="1800"/>
            </a:pPr>
            <a:r>
              <a:t>• Templates for consistent metadata across glossaries, tables, and columns.</a:t>
            </a:r>
          </a:p>
          <a:p>
            <a:pPr>
              <a:defRPr sz="1800"/>
            </a:pPr>
            <a:r>
              <a:t>• Bulk updates via API for audits, migrations, and stewardship at scale.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APIs &amp; Programmatic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Create/update articles; update custom field values on catalog objects.</a:t>
            </a:r>
          </a:p>
          <a:p>
            <a:pPr>
              <a:defRPr sz="1800"/>
            </a:pPr>
            <a:r>
              <a:t>• Retrieve query metadata and SQL; resolve current user for permissions.</a:t>
            </a:r>
          </a:p>
          <a:p>
            <a:pPr>
              <a:defRPr sz="1800"/>
            </a:pPr>
            <a:r>
              <a:t>• Foundation for automation, migration tooling, and OMS-native integrations.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Policy, Dictionaries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Policy Center alignment: rules, attestations, and governance workflows.</a:t>
            </a:r>
          </a:p>
          <a:p>
            <a:pPr>
              <a:defRPr sz="1800"/>
            </a:pPr>
            <a:r>
              <a:t>• Data dictionaries and stewardship processes on par with Alation patterns.</a:t>
            </a:r>
          </a:p>
          <a:p>
            <a:pPr>
              <a:defRPr sz="1800"/>
            </a:pPr>
            <a:r>
              <a:t>• Roadmap: semantic/AI search, deeper DQ hooks, workflow automation.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 Analytics Suite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Admin — Catalog Analytics (Alation Analytics–class)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Executive dashboard: WAU/MAU, adoption trends, cohorts by org.</a:t>
            </a:r>
          </a:p>
          <a:p>
            <a:pPr>
              <a:defRPr sz="1800"/>
            </a:pPr>
            <a:r>
              <a:t>• Asset popularity: top tables/columns by views, searches, and downstream usage.</a:t>
            </a:r>
          </a:p>
          <a:p>
            <a:pPr>
              <a:defRPr sz="1800"/>
            </a:pPr>
            <a:r>
              <a:t>• Search analytics: queries, click-through, zero-result rate, refinements.</a:t>
            </a:r>
          </a:p>
          <a:p>
            <a:pPr>
              <a:defRPr sz="1800"/>
            </a:pPr>
            <a:r>
              <a:t>• Stewardship: edits, coverage %, tags and glossary completeness by team.</a:t>
            </a:r>
          </a:p>
          <a:p>
            <a:pPr>
              <a:defRPr sz="1800"/>
            </a:pPr>
            <a:r>
              <a:t>• Lineage coverage: % assets with lineage; freshness of metadata jobs.</a:t>
            </a:r>
          </a:p>
          <a:p>
            <a:pPr>
              <a:defRPr sz="1800"/>
            </a:pPr>
            <a:r>
              <a:t>• Export &amp; API: feed SIEM, Tableau, or internal reporting — our own analytics store.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Roadmap, Success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Phasing: MVP parity (search, glossary, lineage, tags, docs) → full parity → enhancements.</a:t>
            </a:r>
          </a:p>
          <a:p>
            <a:pPr>
              <a:defRPr sz="1800"/>
            </a:pPr>
            <a:r>
              <a:t>• Success: metadata preservation, adoption, search success, steward engagement.</a:t>
            </a:r>
          </a:p>
          <a:p>
            <a:pPr>
              <a:defRPr sz="1800"/>
            </a:pPr>
            <a:r>
              <a:t>• Next: requirements sign-off, UX with OMS design system, pilot cohort, cutover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