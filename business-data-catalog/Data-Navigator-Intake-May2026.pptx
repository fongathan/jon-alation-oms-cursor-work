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Data Navigator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D0D8E8"/>
                </a:solidFill>
              </a:defRPr>
            </a:pPr>
            <a:r>
              <a:t>Who we serve first — and what each persona needs from us</a:t>
            </a:r>
          </a:p>
          <a:p>
            <a:pPr>
              <a:spcAft>
                <a:spcPts val="600"/>
              </a:spcAft>
              <a:defRPr sz="1700">
                <a:solidFill>
                  <a:srgbClr val="D0D8E8"/>
                </a:solidFill>
              </a:defRPr>
            </a:pPr>
            <a:r>
              <a:t>Data Platforms Intake · May 2026</a:t>
            </a:r>
          </a:p>
          <a:p>
            <a:pPr>
              <a:spcAft>
                <a:spcPts val="600"/>
              </a:spcAft>
              <a:defRPr sz="1700">
                <a:solidFill>
                  <a:srgbClr val="D0D8E8"/>
                </a:solidFill>
              </a:defRPr>
            </a:pPr>
            <a:r>
              <a:t>Alation exit · governed discovery on OMS (experience layer only)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5C6570"/>
                </a:solidFill>
              </a:defRPr>
            </a:pPr>
            <a:r>
              <a:t>Opinionated by role — not one generic catalog for everyone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98448"/>
          <a:ext cx="8412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Persona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Job-to-be-done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Navigator MVP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Business / DNA 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Find &amp; trust the right metric or dataset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PRIMARY — full discovery UX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Navigator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Data analyst /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Evaluate assets before building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PRIMARY (shared path with consumer)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Navigator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Data steward /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Endorse, reconcile, attest definitions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SECONDARY — thin stewardship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Navigator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Privacy &amp; compliance reviewer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Evidence: classification, policy, defined vs 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SECONDARY — read + drill to 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Navigator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Data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Technical truth, lineage, SQL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Deep link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744"/>
                          </a:solidFill>
                        </a:defRPr>
                      </a:pPr>
                      <a:r>
                        <a:t>OMS UI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9893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C6570"/>
                </a:solidFill>
              </a:defRPr>
            </a:pPr>
            <a:r>
              <a:t>Phase 2 (separate surface): DRE / DPM remediation · Governance hub (DSAR, tracker, consent, ops pillars)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MVP focus: Business &amp; analytics consumers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5C6570"/>
                </a:solidFill>
              </a:defRPr>
            </a:pPr>
            <a:r>
              <a:t>When planning or reporting, they need an authoritative answer — not a wiki hunt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8138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F2744"/>
                </a:solidFill>
              </a:defRPr>
            </a:pPr>
            <a:r>
              <a:t>North star: When I have a business question, I find the governed definition and owner in minutes — with confidence it matches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“Which metric is official?” → Gold definition + provenance (corporate vs DEEPT domain)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“Two dashboards disagree” → See gold standard and known conflicts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“I’m new to the domain” → Browse approved datasets with owner, classification, quality tier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“Vendor or exec asks what X means” → Citation-friendly definition package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“Something is being deprecated” → Replacement asset and downstream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92040"/>
            <a:ext cx="8138160" cy="685800"/>
          </a:xfrm>
          <a:prstGeom prst="rect">
            <a:avLst/>
          </a:prstGeom>
          <a:solidFill>
            <a:srgbClr val="E8F5E9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F2744"/>
                </a:solidFill>
              </a:defRPr>
            </a:pPr>
            <a:r>
              <a:t>MVP screens serve these stories: search · browse · asset detail (gold) · glossary — not admin, social, or SQL playground.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Also in MVP (secondary): Stewards &amp; compliance reviewers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5C6570"/>
                </a:solidFill>
              </a:defRPr>
            </a:pPr>
            <a:r>
              <a:t>Thin, purposeful paths — not full operational consoles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97763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2744"/>
                </a:solidFill>
              </a:defRPr>
            </a:pPr>
            <a:r>
              <a:t>Data steward / owner</a:t>
            </a:r>
          </a:p>
          <a:p>
            <a:pPr>
              <a:spcBef>
                <a:spcPts val="600"/>
              </a:spcBef>
              <a:defRPr sz="1200"/>
            </a:pPr>
            <a:r>
              <a:t>Reconcile conflicting definitions → visible path to gold</a:t>
            </a:r>
          </a:p>
          <a:p>
            <a:pPr>
              <a:spcBef>
                <a:spcPts val="600"/>
              </a:spcBef>
              <a:defRPr sz="1200"/>
            </a:pPr>
            <a:r>
              <a:t>Council ratifies → gold status + provenance for consumers</a:t>
            </a:r>
          </a:p>
          <a:p>
            <a:pPr>
              <a:spcBef>
                <a:spcPts val="600"/>
              </a:spcBef>
              <a:defRPr sz="1200"/>
            </a:pPr>
            <a:r>
              <a:t>Onboard dataset → endorsement / warning signals</a:t>
            </a:r>
          </a:p>
          <a:p>
            <a:pPr>
              <a:spcBef>
                <a:spcPts val="600"/>
              </a:spcBef>
              <a:defRPr sz="1200"/>
            </a:pPr>
            <a:r>
              <a:t>Policy change → see impacted assets (via classifications)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4069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2744"/>
                </a:solidFill>
              </a:defRPr>
            </a:pPr>
            <a:r>
              <a:t>Privacy &amp; compliance reviewer</a:t>
            </a:r>
          </a:p>
          <a:p>
            <a:pPr>
              <a:spcBef>
                <a:spcPts val="600"/>
              </a:spcBef>
              <a:defRPr sz="1200"/>
            </a:pPr>
            <a:r>
              <a:t>Audit / legal demo → defined vs observed on same asset record</a:t>
            </a:r>
          </a:p>
          <a:p>
            <a:pPr>
              <a:spcBef>
                <a:spcPts val="600"/>
              </a:spcBef>
              <a:defRPr sz="1200"/>
            </a:pPr>
            <a:r>
              <a:t>PII / sensitivity question → classification + policy linkage</a:t>
            </a:r>
          </a:p>
          <a:p>
            <a:pPr>
              <a:spcBef>
                <a:spcPts val="600"/>
              </a:spcBef>
              <a:defRPr sz="1200"/>
            </a:pPr>
            <a:r>
              <a:t>DSAR pattern → locate consent / purpose metadata on assets</a:t>
            </a:r>
          </a:p>
          <a:p>
            <a:pPr>
              <a:spcBef>
                <a:spcPts val="600"/>
              </a:spcBef>
              <a:defRPr sz="1200"/>
            </a:pPr>
            <a:r>
              <a:t>Breadth without noise → filters; not every non–customer-facing asset for consumers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C6570"/>
                </a:solidFill>
              </a:defRPr>
            </a:pPr>
            <a:r>
              <a:t>Rebecka’s reminder: legal often wants tools to self-serve — we enable review, not replace their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Who we do not serve in Navigator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5C6570"/>
                </a:solidFill>
              </a:defRPr>
            </a:pPr>
            <a:r>
              <a:t>Clear handoffs — avoids “do everything” confusion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25880"/>
          <a:ext cx="8321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</a:tblGrid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Persona / need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Why not Navigator MVP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Where they go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Data engineer (daily ops)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Needs technical density &amp;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OMS UI — Open in OMS from Navigator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DRE /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Incident enrichment, programmatic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OMS / platform APIs (MVP: read API)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DSAR / tracker / consent 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Deep operational workflows exist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Existing pillar tools · Phase 2 governance hub shell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Metadata supply / scanning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Not a UI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744"/>
                          </a:solidFill>
                        </a:defRPr>
                      </a:pPr>
                      <a:r>
                        <a:t>Data 626 / MCI → OMS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One catalog spine — different views per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5C6570"/>
                </a:solidFill>
              </a:defRPr>
            </a:pPr>
            <a:r>
              <a:t>Same OMS objects; role-aware defaults and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8138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Consumers see approved, business-relevant assets — low noise (Renat: not every non–customer-facing dataset).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Stewards see curation queues, conflicts, endorsement workflows on the same records.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Compliance sees breadth, classifications, policy context, audit-friendly exports.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Engineers jump to OMS for lineage depth, SQL, and operational metadata — same asset ID.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We are not building five products — we are building persona-first entry points on one spine.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How we deliver for these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5C6570"/>
                </a:solidFill>
              </a:defRPr>
            </a:pPr>
            <a:r>
              <a:t>We own the experience — 626 and OMS own supply and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626 / MCI improves definitions &amp; coverage at source (incl. DEEPT domain metrics).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OMS stores technical + business metadata and exposes APIs.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Navigator is UI only: the place stewards and consumers go for governed discovery.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Corporate / enterprise metrics (e.g. Kyle program): federated badges — not owned in Navigator.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840480"/>
            <a:ext cx="8138160" cy="822960"/>
          </a:xfrm>
          <a:prstGeom prst="rect">
            <a:avLst/>
          </a:prstGeom>
          <a:solidFill>
            <a:srgbClr val="E8EBFA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0F2744"/>
                </a:solidFill>
              </a:defRPr>
            </a:pPr>
            <a:r>
              <a:t>Navigator vs OMS UI: OMS answers “how is it built?” · Navigator answers “what does it mean and can I trust it?” — complementary shells, one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Timeline &amp;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5C6570"/>
                </a:solidFill>
              </a:defRPr>
            </a:pPr>
            <a:r>
              <a:t>Alation exit Oct 2026 · MVP ~8–10 months · capacity plan offline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138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MVP delivers primary consumer + thin steward/compliance paths first.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626 prototypes in parallel; Navigator consumes via OMS.</a:t>
            </a:r>
          </a:p>
          <a:p>
            <a:pPr>
              <a:spcAft>
                <a:spcPts val="600"/>
              </a:spcAft>
              <a:defRPr sz="1400">
                <a:solidFill>
                  <a:srgbClr val="0F2744"/>
                </a:solidFill>
              </a:defRPr>
            </a:pPr>
            <a:r>
              <a:t>Governance command center (DSAR, tracker, ops pillars): phase 2 — same story, separate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0"/>
            <a:ext cx="8138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565C0"/>
                </a:solidFill>
              </a:defRPr>
            </a:pPr>
            <a:r>
              <a:t>ASK 1: Endorse persona-first MVP (consumer primary; steward/compliance secondary).</a:t>
            </a:r>
          </a:p>
          <a:p>
            <a:pPr>
              <a:spcAft>
                <a:spcPts val="600"/>
              </a:spcAft>
              <a:defRPr sz="1500">
                <a:solidFill>
                  <a:srgbClr val="1565C0"/>
                </a:solidFill>
              </a:defRPr>
            </a:pPr>
            <a:r>
              <a:t>ASK 2: Confirm engineers use OMS UI; Navigator is not a second platform UI for them.</a:t>
            </a:r>
          </a:p>
          <a:p>
            <a:pPr>
              <a:spcAft>
                <a:spcPts val="600"/>
              </a:spcAft>
              <a:defRPr sz="1500">
                <a:solidFill>
                  <a:srgbClr val="1565C0"/>
                </a:solidFill>
              </a:defRPr>
            </a:pPr>
            <a:r>
              <a:t>ASK 3: Metadata WG — validate persona stories and 626 → OMS → Navigator handoffs.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