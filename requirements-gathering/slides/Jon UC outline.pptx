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21A277-193C-0241-B67E-0FB84C0B647F}" v="3" dt="2026-07-20T21:10:36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64"/>
    <p:restoredTop sz="94614"/>
  </p:normalViewPr>
  <p:slideViewPr>
    <p:cSldViewPr snapToGrid="0">
      <p:cViewPr varScale="1">
        <p:scale>
          <a:sx n="77" d="100"/>
          <a:sy n="77" d="100"/>
        </p:scale>
        <p:origin x="208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094E037-4A7F-5C4C-9C02-6D32C9564D5D}"/>
    <pc:docChg chg="custSel modSld">
      <pc:chgData name="Fong, Jonathan" userId="0cc39b96-2237-44f8-9550-021b28199d5c" providerId="ADAL" clId="{2094E037-4A7F-5C4C-9C02-6D32C9564D5D}" dt="2026-07-20T21:10:47.324" v="26" actId="14100"/>
      <pc:docMkLst>
        <pc:docMk/>
      </pc:docMkLst>
      <pc:sldChg chg="modSp mod">
        <pc:chgData name="Fong, Jonathan" userId="0cc39b96-2237-44f8-9550-021b28199d5c" providerId="ADAL" clId="{2094E037-4A7F-5C4C-9C02-6D32C9564D5D}" dt="2026-07-20T21:07:42.908" v="18" actId="14100"/>
        <pc:sldMkLst>
          <pc:docMk/>
          <pc:sldMk cId="3041895060" sldId="256"/>
        </pc:sldMkLst>
        <pc:picChg chg="mod">
          <ac:chgData name="Fong, Jonathan" userId="0cc39b96-2237-44f8-9550-021b28199d5c" providerId="ADAL" clId="{2094E037-4A7F-5C4C-9C02-6D32C9564D5D}" dt="2026-07-20T21:07:42.908" v="18" actId="14100"/>
          <ac:picMkLst>
            <pc:docMk/>
            <pc:sldMk cId="3041895060" sldId="256"/>
            <ac:picMk id="5" creationId="{9241D481-D3E9-7A26-855B-68279BE2A258}"/>
          </ac:picMkLst>
        </pc:picChg>
        <pc:picChg chg="mod">
          <ac:chgData name="Fong, Jonathan" userId="0cc39b96-2237-44f8-9550-021b28199d5c" providerId="ADAL" clId="{2094E037-4A7F-5C4C-9C02-6D32C9564D5D}" dt="2026-07-20T20:44:55.894" v="2" actId="14100"/>
          <ac:picMkLst>
            <pc:docMk/>
            <pc:sldMk cId="3041895060" sldId="256"/>
            <ac:picMk id="8" creationId="{4AE54BED-E72E-43A1-4AF1-737157C5776A}"/>
          </ac:picMkLst>
        </pc:picChg>
      </pc:sldChg>
      <pc:sldChg chg="modSp mod">
        <pc:chgData name="Fong, Jonathan" userId="0cc39b96-2237-44f8-9550-021b28199d5c" providerId="ADAL" clId="{2094E037-4A7F-5C4C-9C02-6D32C9564D5D}" dt="2026-07-20T19:22:09.518" v="1" actId="1076"/>
        <pc:sldMkLst>
          <pc:docMk/>
          <pc:sldMk cId="138700333" sldId="257"/>
        </pc:sldMkLst>
        <pc:picChg chg="mod">
          <ac:chgData name="Fong, Jonathan" userId="0cc39b96-2237-44f8-9550-021b28199d5c" providerId="ADAL" clId="{2094E037-4A7F-5C4C-9C02-6D32C9564D5D}" dt="2026-07-20T19:22:04.138" v="0" actId="1076"/>
          <ac:picMkLst>
            <pc:docMk/>
            <pc:sldMk cId="138700333" sldId="257"/>
            <ac:picMk id="5" creationId="{C0D7AA69-033F-E4F6-D532-B5548560650E}"/>
          </ac:picMkLst>
        </pc:picChg>
        <pc:picChg chg="mod">
          <ac:chgData name="Fong, Jonathan" userId="0cc39b96-2237-44f8-9550-021b28199d5c" providerId="ADAL" clId="{2094E037-4A7F-5C4C-9C02-6D32C9564D5D}" dt="2026-07-20T19:22:09.518" v="1" actId="1076"/>
          <ac:picMkLst>
            <pc:docMk/>
            <pc:sldMk cId="138700333" sldId="257"/>
            <ac:picMk id="7" creationId="{398A443A-3BDC-CCFF-BA28-8811E3D7CCD7}"/>
          </ac:picMkLst>
        </pc:picChg>
      </pc:sldChg>
      <pc:sldChg chg="delSp modSp mod">
        <pc:chgData name="Fong, Jonathan" userId="0cc39b96-2237-44f8-9550-021b28199d5c" providerId="ADAL" clId="{2094E037-4A7F-5C4C-9C02-6D32C9564D5D}" dt="2026-07-20T21:10:47.324" v="26" actId="14100"/>
        <pc:sldMkLst>
          <pc:docMk/>
          <pc:sldMk cId="2269026207" sldId="258"/>
        </pc:sldMkLst>
        <pc:picChg chg="mod">
          <ac:chgData name="Fong, Jonathan" userId="0cc39b96-2237-44f8-9550-021b28199d5c" providerId="ADAL" clId="{2094E037-4A7F-5C4C-9C02-6D32C9564D5D}" dt="2026-07-20T21:09:52.754" v="23" actId="1076"/>
          <ac:picMkLst>
            <pc:docMk/>
            <pc:sldMk cId="2269026207" sldId="258"/>
            <ac:picMk id="5" creationId="{AEE61A84-227B-C99F-9E1B-6DA941DF2701}"/>
          </ac:picMkLst>
        </pc:picChg>
        <pc:picChg chg="mod">
          <ac:chgData name="Fong, Jonathan" userId="0cc39b96-2237-44f8-9550-021b28199d5c" providerId="ADAL" clId="{2094E037-4A7F-5C4C-9C02-6D32C9564D5D}" dt="2026-07-20T21:10:47.324" v="26" actId="14100"/>
          <ac:picMkLst>
            <pc:docMk/>
            <pc:sldMk cId="2269026207" sldId="258"/>
            <ac:picMk id="7" creationId="{D5DC1FAC-57CE-FC19-A001-B33AFE1BF874}"/>
          </ac:picMkLst>
        </pc:picChg>
        <pc:picChg chg="del">
          <ac:chgData name="Fong, Jonathan" userId="0cc39b96-2237-44f8-9550-021b28199d5c" providerId="ADAL" clId="{2094E037-4A7F-5C4C-9C02-6D32C9564D5D}" dt="2026-07-20T20:53:46.167" v="10" actId="478"/>
          <ac:picMkLst>
            <pc:docMk/>
            <pc:sldMk cId="2269026207" sldId="258"/>
            <ac:picMk id="11" creationId="{6C0B3637-9F02-6AB9-2B36-078857548C49}"/>
          </ac:picMkLst>
        </pc:picChg>
      </pc:sldChg>
      <pc:sldChg chg="modSp mod">
        <pc:chgData name="Fong, Jonathan" userId="0cc39b96-2237-44f8-9550-021b28199d5c" providerId="ADAL" clId="{2094E037-4A7F-5C4C-9C02-6D32C9564D5D}" dt="2026-07-20T20:53:00.923" v="9" actId="14100"/>
        <pc:sldMkLst>
          <pc:docMk/>
          <pc:sldMk cId="2764217777" sldId="259"/>
        </pc:sldMkLst>
        <pc:picChg chg="mod">
          <ac:chgData name="Fong, Jonathan" userId="0cc39b96-2237-44f8-9550-021b28199d5c" providerId="ADAL" clId="{2094E037-4A7F-5C4C-9C02-6D32C9564D5D}" dt="2026-07-20T20:49:03.907" v="5" actId="14100"/>
          <ac:picMkLst>
            <pc:docMk/>
            <pc:sldMk cId="2764217777" sldId="259"/>
            <ac:picMk id="7" creationId="{7C78D9B4-8249-7A78-E54C-42F95332F319}"/>
          </ac:picMkLst>
        </pc:picChg>
        <pc:picChg chg="mod">
          <ac:chgData name="Fong, Jonathan" userId="0cc39b96-2237-44f8-9550-021b28199d5c" providerId="ADAL" clId="{2094E037-4A7F-5C4C-9C02-6D32C9564D5D}" dt="2026-07-20T20:49:37.274" v="7" actId="14100"/>
          <ac:picMkLst>
            <pc:docMk/>
            <pc:sldMk cId="2764217777" sldId="259"/>
            <ac:picMk id="9" creationId="{CDA0BC15-C59F-6165-D4F2-13CB2C2CCCF9}"/>
          </ac:picMkLst>
        </pc:picChg>
        <pc:picChg chg="mod">
          <ac:chgData name="Fong, Jonathan" userId="0cc39b96-2237-44f8-9550-021b28199d5c" providerId="ADAL" clId="{2094E037-4A7F-5C4C-9C02-6D32C9564D5D}" dt="2026-07-20T20:49:19.481" v="6" actId="14100"/>
          <ac:picMkLst>
            <pc:docMk/>
            <pc:sldMk cId="2764217777" sldId="259"/>
            <ac:picMk id="11" creationId="{BA98B8D7-5BC7-396A-EA75-42A84A3CFD1E}"/>
          </ac:picMkLst>
        </pc:picChg>
        <pc:picChg chg="mod">
          <ac:chgData name="Fong, Jonathan" userId="0cc39b96-2237-44f8-9550-021b28199d5c" providerId="ADAL" clId="{2094E037-4A7F-5C4C-9C02-6D32C9564D5D}" dt="2026-07-20T20:53:00.923" v="9" actId="14100"/>
          <ac:picMkLst>
            <pc:docMk/>
            <pc:sldMk cId="2764217777" sldId="259"/>
            <ac:picMk id="23" creationId="{BE25B0AA-9BB6-1EBA-FACE-559FB0CE4C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7FBA-3B30-F9BC-A0F9-B444C10FF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3CADA-1F0A-5F9A-DD5A-EEE9D83CC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2728E-6F50-8E08-A3DC-EDD8D94D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7B249-5D8F-9300-61BC-0D06E0F3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D801-3F96-531F-877D-4399F2BB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0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7469-4CCD-1622-FB28-3462B073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72E9-D6C2-ED25-DB47-47E3E1DA2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552B0-5E47-656B-9CD1-FECFB97F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263A-552A-F3D5-4CC5-D068701B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69D9E-506B-E754-BB3D-ACD495FD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740B-A091-119C-C689-6FD18F69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3E56D-1197-C4EA-3F06-97D889541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156E6-7553-2D2A-8B70-8F3EB180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B1D9-19CA-5331-4864-AB09D305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E3AD6-5DC9-698D-30F5-7E646FFE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9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5596-326A-B030-9E17-1FA56CC5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1A1C-FA2D-80B9-E2CB-FFAA75C6A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9B2B7-C4A3-1456-10EC-5BA305CC2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41EE5-28DF-0F94-D674-6A229695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0A035-2F9A-8AFC-960F-84B11F4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6AD73-795F-2262-1782-4420E8F0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4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27BC-607F-E537-A7AE-8602850E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19447-F545-FB18-14E9-9BB63851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4E9B5-3407-9482-9232-C4F48A129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C4B0A-C21F-D979-F34D-AD9A1B49D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41F72-10B7-74BC-40B8-DD139EB44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AB0A7-C70E-BB79-EBB5-F074021D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81275-2AF3-F51A-4130-6C9D401F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BECB3-B790-E1B0-7F89-9404F821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1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BEDF-5DF1-20A0-AA4A-01788CA4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21876-7221-24AA-C417-50752D16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8507F-B2CE-4A9E-7FCC-02B47BA3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3360F-24D5-6B69-3A35-ECDBAC59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4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367B8-1ED5-E2A7-1E67-83767B700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901AF-1EE5-EF90-8ED7-7E70000D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9BEED-7F3C-1BC6-F659-4D2E7BD4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6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F713-8ECE-EC8B-1183-ACCF4A53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88A0-3E1C-64B0-7960-8AF2F93D3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D2DBF-8202-0D7F-C6BD-64487B3AE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75A94-98AE-2CFB-3072-8FACDA7A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5694A-369C-A588-C1C4-59A364EE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D5CA5-1AC9-DF7E-76C6-F00E4CAC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8368-781A-F9A0-DEBE-A46A2BB7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9611E-E5B6-1A3B-7A56-485B01D08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92E75-C44A-97D6-1A33-3C372E1F6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79126-CB7B-6429-731F-827E0E67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EC549-1020-1782-5E4D-7E14EE27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68DAC-62D4-5007-7A3D-A94DB90F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8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5011-75DF-CEB7-A8D1-08F4A95E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7B840-0E7E-F94F-124D-4EFA009EE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2025-597A-8B10-30CB-312B6D5A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D278-F04D-1509-049F-36B5D5E3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CE1E9-E138-C3D5-0D4B-6DF8678A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5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E49A6-9AFD-579C-2E32-68F90ECCE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A4A9C-A0BD-11A7-6306-511859353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A7C96-401B-786F-4911-52DF1C71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478B-98CC-37BD-F89D-3D43873D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4696-E827-75A5-B900-EB5B074D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7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05BD49-4BE5-D15E-D27F-1B0636BA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1032E-DE17-9960-66C8-1D325C98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F49DA-3DC1-4081-F44D-EF7507D1D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21A0F-1872-5E48-9475-39B201D4CA0D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CF1FC-986D-79BE-21FE-EDB4ACC57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59F49-E6DD-287A-E17C-BAA373B35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E45BB-F976-934D-9787-4E15D8974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955F30-3749-3A6E-9DE1-A13212580784}"/>
              </a:ext>
            </a:extLst>
          </p:cNvPr>
          <p:cNvSpPr txBox="1"/>
          <p:nvPr/>
        </p:nvSpPr>
        <p:spPr>
          <a:xfrm>
            <a:off x="276447" y="265814"/>
            <a:ext cx="64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E54BED-E72E-43A1-4AF1-737157C57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08" y="914400"/>
            <a:ext cx="4973881" cy="2871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1D481-D3E9-7A26-855B-68279BE2A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2669"/>
            <a:ext cx="5554825" cy="311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9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9231-1BB0-9C70-1DFB-9ABDF8D6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Data Discovery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9E9054-7343-D93E-92ED-DD983FD9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346" y="1086419"/>
            <a:ext cx="3086100" cy="176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A75AE-E17D-1EA5-2398-DB644468B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817" y="4662514"/>
            <a:ext cx="3111500" cy="1765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1F1588-23B3-6692-0FCB-2AD99C91B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107" y="4480840"/>
            <a:ext cx="3136900" cy="17653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61A84-227B-C99F-9E1B-6DA941DF2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48660" y="1908846"/>
            <a:ext cx="4056610" cy="2353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DC1FAC-57CE-FC19-A001-B33AFE1BF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03" y="1418431"/>
            <a:ext cx="7819906" cy="44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2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2702-1399-95AE-E8ED-3B13A08C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dedicated Enterprise Catalog?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9F941-47FC-FDB1-F9A5-1DF9BD9FE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868" y="1636578"/>
            <a:ext cx="2997200" cy="176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78D9B4-8249-7A78-E54C-42F95332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41" y="1690688"/>
            <a:ext cx="3274452" cy="1951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0BC15-C59F-6165-D4F2-13CB2C2CC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830" y="537029"/>
            <a:ext cx="4926620" cy="2826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98B8D7-5BC7-396A-EA75-42A84A3CF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67" y="3986939"/>
            <a:ext cx="3153189" cy="179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206F92-157B-4A82-6147-1CCF7588F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849" y="4025039"/>
            <a:ext cx="3124200" cy="1790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6A2701-4613-04D0-F7D7-34D2CD85E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844" y="3708131"/>
            <a:ext cx="3098800" cy="1752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49A0AE-8159-F918-5115-2252EADE1B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368" y="6182102"/>
            <a:ext cx="3124200" cy="177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7C1EA5-B53A-A283-9B59-4D157436E6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0693" y="6156702"/>
            <a:ext cx="3136900" cy="1828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138949-B01A-DDFF-74E3-FEFF85649B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4944" y="5815739"/>
            <a:ext cx="3060700" cy="175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25B0AA-9BB6-1EBA-FACE-559FB0CE4C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7037" y="6500339"/>
            <a:ext cx="3098800" cy="182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1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01CD-59D1-5FD9-2007-E16B128B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Build vs. Buy Dilemma – What About BYOL?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D7AA69-033F-E4F6-D532-B55485606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56770"/>
            <a:ext cx="3124200" cy="177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A443A-3BDC-CCFF-BA28-8811E3D7C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818" y="1775820"/>
            <a:ext cx="2654300" cy="173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6D59B-A190-CFFA-7C76-D46D2BAD5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736" y="1651000"/>
            <a:ext cx="3086100" cy="177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EE5024-997F-17FB-F789-4C311D8AA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028" y="4311583"/>
            <a:ext cx="3086100" cy="177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3F6CAA-2FB9-4CAB-95B4-A40893E84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328" y="4311650"/>
            <a:ext cx="3060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2882-BEA7-5956-ED46-BED3793C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ECA6-32B0-74C6-5181-727696F5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UC with Enterprise Catalogs – Atlan and Alation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09DDE6-D7FC-C672-5624-EBF562696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24" y="1854133"/>
            <a:ext cx="3086100" cy="17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1F9D6-8E77-46C4-FDD9-71438736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81" y="1920001"/>
            <a:ext cx="2641600" cy="172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2BB34-74B0-BB98-0912-6EEC4F3C2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11" y="4239688"/>
            <a:ext cx="3086100" cy="175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1B7A9F-A630-5BC2-B2EB-47CD9E814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978" y="1866833"/>
            <a:ext cx="2667000" cy="1739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DCE12A-6215-79BA-E9B8-9F103E65A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1281" y="4303188"/>
            <a:ext cx="30861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2E2F-6280-30CF-81F4-6E5B97AA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2D1F-8E9A-F5A9-96F3-862048495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637"/>
            <a:ext cx="10515600" cy="1325563"/>
          </a:xfrm>
        </p:spPr>
        <p:txBody>
          <a:bodyPr/>
          <a:lstStyle/>
          <a:p>
            <a:r>
              <a:rPr lang="en-US" dirty="0"/>
              <a:t>Guiding Principles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C9BC07-2D4E-30B6-E16A-FF9D2936A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108" y="1256049"/>
            <a:ext cx="3060700" cy="173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CD7E7-E424-A806-9DB8-567BCF386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900" y="1332249"/>
            <a:ext cx="2908300" cy="166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37AE8D-B665-0ACD-272C-56694E528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444" y="1332249"/>
            <a:ext cx="2641600" cy="173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C069DF-9116-9A03-4430-220444112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58" y="3429000"/>
            <a:ext cx="2616200" cy="1739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D0977A-0149-9D3D-8E9F-5192E541D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300" y="3473450"/>
            <a:ext cx="3111500" cy="165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E8C2AF-6834-5DD7-7FFC-72F912339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102" y="3429000"/>
            <a:ext cx="30734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4BDA-8C2D-3C76-1C52-988164F7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18FD-A24A-7461-EA71-EC57DB9E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F503B6-3D3F-4CDA-CA81-0E9861FB8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985" y="1690688"/>
            <a:ext cx="3009900" cy="172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7208D-DDEA-6B53-2404-D909A628D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0" y="2584450"/>
            <a:ext cx="29845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5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32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Automated Data Discovery</vt:lpstr>
      <vt:lpstr>Why dedicated Enterprise Catalog?</vt:lpstr>
      <vt:lpstr>The Build vs. Buy Dilemma – What About BYOL?</vt:lpstr>
      <vt:lpstr>Integrating UC with Enterprise Catalogs – Atlan and Alation </vt:lpstr>
      <vt:lpstr>Guiding Principles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Fong, Jonathan</dc:creator>
  <cp:lastModifiedBy>Fong, Jonathan</cp:lastModifiedBy>
  <cp:revision>1</cp:revision>
  <dcterms:created xsi:type="dcterms:W3CDTF">2026-07-20T18:40:19Z</dcterms:created>
  <dcterms:modified xsi:type="dcterms:W3CDTF">2026-07-20T21:10:56Z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2026-07-20T19:16:12Z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a9f1b19c-ae67-44c5-9793-4d9e6c717ff1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