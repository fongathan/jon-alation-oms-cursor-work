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F5E765-B3AF-3F45-8C27-B0C7ABA17D93}" v="307" dt="2026-07-21T07:05:50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54"/>
  </p:normalViewPr>
  <p:slideViewPr>
    <p:cSldViewPr snapToGrid="0" snapToObjects="1">
      <p:cViewPr varScale="1">
        <p:scale>
          <a:sx n="99" d="100"/>
          <a:sy n="99" d="100"/>
        </p:scale>
        <p:origin x="200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Jonathan" userId="0cc39b96-2237-44f8-9550-021b28199d5c" providerId="ADAL" clId="{2094E037-4A7F-5C4C-9C02-6D32C9564D5D}"/>
    <pc:docChg chg="undo redo custSel mod addSld delSld modSld sldOrd">
      <pc:chgData name="Fong, Jonathan" userId="0cc39b96-2237-44f8-9550-021b28199d5c" providerId="ADAL" clId="{2094E037-4A7F-5C4C-9C02-6D32C9564D5D}" dt="2026-07-21T07:05:57.280" v="1393" actId="14100"/>
      <pc:docMkLst>
        <pc:docMk/>
      </pc:docMkLst>
      <pc:sldChg chg="delSp modSp mod">
        <pc:chgData name="Fong, Jonathan" userId="0cc39b96-2237-44f8-9550-021b28199d5c" providerId="ADAL" clId="{2094E037-4A7F-5C4C-9C02-6D32C9564D5D}" dt="2026-07-21T06:00:31.423" v="736" actId="20577"/>
        <pc:sldMkLst>
          <pc:docMk/>
          <pc:sldMk cId="0" sldId="256"/>
        </pc:sldMkLst>
        <pc:spChg chg="del mod">
          <ac:chgData name="Fong, Jonathan" userId="0cc39b96-2237-44f8-9550-021b28199d5c" providerId="ADAL" clId="{2094E037-4A7F-5C4C-9C02-6D32C9564D5D}" dt="2026-07-20T21:41:48.688" v="434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41:45.777" v="433" actId="1035"/>
          <ac:spMkLst>
            <pc:docMk/>
            <pc:sldMk cId="0" sldId="256"/>
            <ac:spMk id="3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06:00:31.423" v="73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41:40.685" v="426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 ord">
        <pc:chgData name="Fong, Jonathan" userId="0cc39b96-2237-44f8-9550-021b28199d5c" providerId="ADAL" clId="{2094E037-4A7F-5C4C-9C02-6D32C9564D5D}" dt="2026-07-21T06:42:10.307" v="888" actId="20577"/>
        <pc:sldMkLst>
          <pc:docMk/>
          <pc:sldMk cId="0" sldId="257"/>
        </pc:sldMkLst>
        <pc:spChg chg="mod">
          <ac:chgData name="Fong, Jonathan" userId="0cc39b96-2237-44f8-9550-021b28199d5c" providerId="ADAL" clId="{2094E037-4A7F-5C4C-9C02-6D32C9564D5D}" dt="2026-07-21T06:42:10.307" v="888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2:30.077" v="386" actId="1038"/>
          <ac:spMkLst>
            <pc:docMk/>
            <pc:sldMk cId="0" sldId="257"/>
            <ac:spMk id="8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2:30.077" v="386" actId="1038"/>
          <ac:spMkLst>
            <pc:docMk/>
            <pc:sldMk cId="0" sldId="257"/>
            <ac:spMk id="9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2:30.077" v="386" actId="103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06:03:47.151" v="737" actId="20577"/>
          <ac:spMkLst>
            <pc:docMk/>
            <pc:sldMk cId="0" sldId="257"/>
            <ac:spMk id="11" creationId="{00000000-0000-0000-0000-000000000000}"/>
          </ac:spMkLst>
        </pc:spChg>
      </pc:sldChg>
      <pc:sldChg chg="delSp modSp mod">
        <pc:chgData name="Fong, Jonathan" userId="0cc39b96-2237-44f8-9550-021b28199d5c" providerId="ADAL" clId="{2094E037-4A7F-5C4C-9C02-6D32C9564D5D}" dt="2026-07-21T06:39:21.088" v="768" actId="20577"/>
        <pc:sldMkLst>
          <pc:docMk/>
          <pc:sldMk cId="0" sldId="258"/>
        </pc:sldMkLst>
        <pc:spChg chg="mod">
          <ac:chgData name="Fong, Jonathan" userId="0cc39b96-2237-44f8-9550-021b28199d5c" providerId="ADAL" clId="{2094E037-4A7F-5C4C-9C02-6D32C9564D5D}" dt="2026-07-20T22:23:04.309" v="679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27:52.892" v="218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29:43.245" v="297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27:52.892" v="218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29:52.714" v="300" actId="11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27:52.892" v="218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0:04.338" v="302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28:21.319" v="254" actId="10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1T06:39:21.088" v="768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28:21.319" v="254" actId="10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0:54.777" v="317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28:21.319" v="254" actId="103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1:02.491" v="319" actId="2711"/>
          <ac:spMkLst>
            <pc:docMk/>
            <pc:sldMk cId="0" sldId="258"/>
            <ac:spMk id="18" creationId="{00000000-0000-0000-0000-000000000000}"/>
          </ac:spMkLst>
        </pc:spChg>
        <pc:spChg chg="del mod">
          <ac:chgData name="Fong, Jonathan" userId="0cc39b96-2237-44f8-9550-021b28199d5c" providerId="ADAL" clId="{2094E037-4A7F-5C4C-9C02-6D32C9564D5D}" dt="2026-07-20T21:42:11.742" v="437" actId="478"/>
          <ac:spMkLst>
            <pc:docMk/>
            <pc:sldMk cId="0" sldId="258"/>
            <ac:spMk id="19" creationId="{00000000-0000-0000-0000-000000000000}"/>
          </ac:spMkLst>
        </pc:spChg>
        <pc:spChg chg="del mod">
          <ac:chgData name="Fong, Jonathan" userId="0cc39b96-2237-44f8-9550-021b28199d5c" providerId="ADAL" clId="{2094E037-4A7F-5C4C-9C02-6D32C9564D5D}" dt="2026-07-20T21:42:08.011" v="436" actId="478"/>
          <ac:spMkLst>
            <pc:docMk/>
            <pc:sldMk cId="0" sldId="258"/>
            <ac:spMk id="20" creationId="{00000000-0000-0000-0000-000000000000}"/>
          </ac:spMkLst>
        </pc:spChg>
      </pc:sldChg>
      <pc:sldChg chg="modSp mod ord modShow">
        <pc:chgData name="Fong, Jonathan" userId="0cc39b96-2237-44f8-9550-021b28199d5c" providerId="ADAL" clId="{2094E037-4A7F-5C4C-9C02-6D32C9564D5D}" dt="2026-07-20T22:24:03.576" v="683" actId="729"/>
        <pc:sldMkLst>
          <pc:docMk/>
          <pc:sldMk cId="0" sldId="260"/>
        </pc:sldMkLst>
        <pc:spChg chg="mod">
          <ac:chgData name="Fong, Jonathan" userId="0cc39b96-2237-44f8-9550-021b28199d5c" providerId="ADAL" clId="{2094E037-4A7F-5C4C-9C02-6D32C9564D5D}" dt="2026-07-20T22:19:27.054" v="677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Fong, Jonathan" userId="0cc39b96-2237-44f8-9550-021b28199d5c" providerId="ADAL" clId="{2094E037-4A7F-5C4C-9C02-6D32C9564D5D}" dt="2026-07-20T21:45:37.232" v="459" actId="20577"/>
        <pc:sldMkLst>
          <pc:docMk/>
          <pc:sldMk cId="0" sldId="261"/>
        </pc:sldMkLst>
        <pc:spChg chg="mod">
          <ac:chgData name="Fong, Jonathan" userId="0cc39b96-2237-44f8-9550-021b28199d5c" providerId="ADAL" clId="{2094E037-4A7F-5C4C-9C02-6D32C9564D5D}" dt="2026-07-20T21:45:37.232" v="459" actId="20577"/>
          <ac:spMkLst>
            <pc:docMk/>
            <pc:sldMk cId="0" sldId="261"/>
            <ac:spMk id="11" creationId="{00000000-0000-0000-0000-000000000000}"/>
          </ac:spMkLst>
        </pc:spChg>
      </pc:sldChg>
      <pc:sldChg chg="delSp modSp mod ord modShow">
        <pc:chgData name="Fong, Jonathan" userId="0cc39b96-2237-44f8-9550-021b28199d5c" providerId="ADAL" clId="{2094E037-4A7F-5C4C-9C02-6D32C9564D5D}" dt="2026-07-20T22:25:06.376" v="685" actId="34476"/>
        <pc:sldMkLst>
          <pc:docMk/>
          <pc:sldMk cId="0" sldId="263"/>
        </pc:sldMkLst>
        <pc:spChg chg="mod">
          <ac:chgData name="Fong, Jonathan" userId="0cc39b96-2237-44f8-9550-021b28199d5c" providerId="ADAL" clId="{2094E037-4A7F-5C4C-9C02-6D32C9564D5D}" dt="2026-07-20T21:35:12.104" v="391" actId="113"/>
          <ac:spMkLst>
            <pc:docMk/>
            <pc:sldMk cId="0" sldId="263"/>
            <ac:spMk id="8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5:18.463" v="394" actId="11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5:27" v="396" actId="271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5:41.822" v="398" actId="2711"/>
          <ac:spMkLst>
            <pc:docMk/>
            <pc:sldMk cId="0" sldId="263"/>
            <ac:spMk id="14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5:48.467" v="400" actId="2711"/>
          <ac:spMkLst>
            <pc:docMk/>
            <pc:sldMk cId="0" sldId="263"/>
            <ac:spMk id="16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5:57.151" v="402" actId="2711"/>
          <ac:spMkLst>
            <pc:docMk/>
            <pc:sldMk cId="0" sldId="263"/>
            <ac:spMk id="18" creationId="{00000000-0000-0000-0000-000000000000}"/>
          </ac:spMkLst>
        </pc:spChg>
        <pc:spChg chg="del mod">
          <ac:chgData name="Fong, Jonathan" userId="0cc39b96-2237-44f8-9550-021b28199d5c" providerId="ADAL" clId="{2094E037-4A7F-5C4C-9C02-6D32C9564D5D}" dt="2026-07-20T22:09:24.225" v="651" actId="478"/>
          <ac:spMkLst>
            <pc:docMk/>
            <pc:sldMk cId="0" sldId="263"/>
            <ac:spMk id="19" creationId="{00000000-0000-0000-0000-000000000000}"/>
          </ac:spMkLst>
        </pc:spChg>
        <pc:spChg chg="mod">
          <ac:chgData name="Fong, Jonathan" userId="0cc39b96-2237-44f8-9550-021b28199d5c" providerId="ADAL" clId="{2094E037-4A7F-5C4C-9C02-6D32C9564D5D}" dt="2026-07-20T21:36:15.485" v="404" actId="2711"/>
          <ac:spMkLst>
            <pc:docMk/>
            <pc:sldMk cId="0" sldId="263"/>
            <ac:spMk id="20" creationId="{00000000-0000-0000-0000-000000000000}"/>
          </ac:spMkLst>
        </pc:spChg>
      </pc:sldChg>
      <pc:sldChg chg="modSp mod modShow">
        <pc:chgData name="Fong, Jonathan" userId="0cc39b96-2237-44f8-9550-021b28199d5c" providerId="ADAL" clId="{2094E037-4A7F-5C4C-9C02-6D32C9564D5D}" dt="2026-07-21T06:41:22.974" v="838" actId="20577"/>
        <pc:sldMkLst>
          <pc:docMk/>
          <pc:sldMk cId="0" sldId="264"/>
        </pc:sldMkLst>
        <pc:spChg chg="mod">
          <ac:chgData name="Fong, Jonathan" userId="0cc39b96-2237-44f8-9550-021b28199d5c" providerId="ADAL" clId="{2094E037-4A7F-5C4C-9C02-6D32C9564D5D}" dt="2026-07-21T06:41:22.974" v="838" actId="20577"/>
          <ac:spMkLst>
            <pc:docMk/>
            <pc:sldMk cId="0" sldId="264"/>
            <ac:spMk id="11" creationId="{00000000-0000-0000-0000-000000000000}"/>
          </ac:spMkLst>
        </pc:spChg>
      </pc:sldChg>
      <pc:sldChg chg="addSp delSp modSp add mod ord">
        <pc:chgData name="Fong, Jonathan" userId="0cc39b96-2237-44f8-9550-021b28199d5c" providerId="ADAL" clId="{2094E037-4A7F-5C4C-9C02-6D32C9564D5D}" dt="2026-07-21T06:04:06.612" v="739" actId="1076"/>
        <pc:sldMkLst>
          <pc:docMk/>
          <pc:sldMk cId="4102228211" sldId="265"/>
        </pc:sldMkLst>
        <pc:spChg chg="del">
          <ac:chgData name="Fong, Jonathan" userId="0cc39b96-2237-44f8-9550-021b28199d5c" providerId="ADAL" clId="{2094E037-4A7F-5C4C-9C02-6D32C9564D5D}" dt="2026-07-20T21:47:12.848" v="462" actId="478"/>
          <ac:spMkLst>
            <pc:docMk/>
            <pc:sldMk cId="4102228211" sldId="265"/>
            <ac:spMk id="3" creationId="{B27B57C9-8856-A3E8-2254-9C7F1B7450E3}"/>
          </ac:spMkLst>
        </pc:spChg>
        <pc:spChg chg="del">
          <ac:chgData name="Fong, Jonathan" userId="0cc39b96-2237-44f8-9550-021b28199d5c" providerId="ADAL" clId="{2094E037-4A7F-5C4C-9C02-6D32C9564D5D}" dt="2026-07-20T21:47:11.183" v="461" actId="478"/>
          <ac:spMkLst>
            <pc:docMk/>
            <pc:sldMk cId="4102228211" sldId="265"/>
            <ac:spMk id="4" creationId="{80C72C39-E92B-ACF3-6651-BF7A0F0C448D}"/>
          </ac:spMkLst>
        </pc:spChg>
        <pc:spChg chg="mod">
          <ac:chgData name="Fong, Jonathan" userId="0cc39b96-2237-44f8-9550-021b28199d5c" providerId="ADAL" clId="{2094E037-4A7F-5C4C-9C02-6D32C9564D5D}" dt="2026-07-20T22:45:12.218" v="732" actId="1076"/>
          <ac:spMkLst>
            <pc:docMk/>
            <pc:sldMk cId="4102228211" sldId="265"/>
            <ac:spMk id="5" creationId="{E327A98C-2F18-4B53-19BA-320245880751}"/>
          </ac:spMkLst>
        </pc:spChg>
        <pc:picChg chg="add del mod">
          <ac:chgData name="Fong, Jonathan" userId="0cc39b96-2237-44f8-9550-021b28199d5c" providerId="ADAL" clId="{2094E037-4A7F-5C4C-9C02-6D32C9564D5D}" dt="2026-07-20T22:43:58.382" v="720" actId="478"/>
          <ac:picMkLst>
            <pc:docMk/>
            <pc:sldMk cId="4102228211" sldId="265"/>
            <ac:picMk id="2" creationId="{61544629-60AD-FD69-009A-8D52205EB93C}"/>
          </ac:picMkLst>
        </pc:picChg>
        <pc:picChg chg="add mod">
          <ac:chgData name="Fong, Jonathan" userId="0cc39b96-2237-44f8-9550-021b28199d5c" providerId="ADAL" clId="{2094E037-4A7F-5C4C-9C02-6D32C9564D5D}" dt="2026-07-21T06:04:06.612" v="739" actId="1076"/>
          <ac:picMkLst>
            <pc:docMk/>
            <pc:sldMk cId="4102228211" sldId="265"/>
            <ac:picMk id="8" creationId="{9D6315F6-D314-D3CA-28A4-AD8DA5DC1A8C}"/>
          </ac:picMkLst>
        </pc:picChg>
        <pc:picChg chg="add del mod">
          <ac:chgData name="Fong, Jonathan" userId="0cc39b96-2237-44f8-9550-021b28199d5c" providerId="ADAL" clId="{2094E037-4A7F-5C4C-9C02-6D32C9564D5D}" dt="2026-07-20T22:42:55.261" v="712" actId="931"/>
          <ac:picMkLst>
            <pc:docMk/>
            <pc:sldMk cId="4102228211" sldId="265"/>
            <ac:picMk id="10" creationId="{064AE388-BB72-EF4B-3E91-26E62164B748}"/>
          </ac:picMkLst>
        </pc:picChg>
        <pc:picChg chg="add mod">
          <ac:chgData name="Fong, Jonathan" userId="0cc39b96-2237-44f8-9550-021b28199d5c" providerId="ADAL" clId="{2094E037-4A7F-5C4C-9C02-6D32C9564D5D}" dt="2026-07-20T22:45:07.785" v="731" actId="1076"/>
          <ac:picMkLst>
            <pc:docMk/>
            <pc:sldMk cId="4102228211" sldId="265"/>
            <ac:picMk id="12" creationId="{4B12B382-344A-1105-0C43-AE7787DAB825}"/>
          </ac:picMkLst>
        </pc:picChg>
      </pc:sldChg>
      <pc:sldChg chg="new del">
        <pc:chgData name="Fong, Jonathan" userId="0cc39b96-2237-44f8-9550-021b28199d5c" providerId="ADAL" clId="{2094E037-4A7F-5C4C-9C02-6D32C9564D5D}" dt="2026-07-21T06:43:52.209" v="890" actId="2696"/>
        <pc:sldMkLst>
          <pc:docMk/>
          <pc:sldMk cId="1178242310" sldId="266"/>
        </pc:sldMkLst>
      </pc:sldChg>
      <pc:sldChg chg="addSp delSp modSp new mod">
        <pc:chgData name="Fong, Jonathan" userId="0cc39b96-2237-44f8-9550-021b28199d5c" providerId="ADAL" clId="{2094E037-4A7F-5C4C-9C02-6D32C9564D5D}" dt="2026-07-21T07:05:57.280" v="1393" actId="14100"/>
        <pc:sldMkLst>
          <pc:docMk/>
          <pc:sldMk cId="2252308624" sldId="266"/>
        </pc:sldMkLst>
        <pc:spChg chg="add mod">
          <ac:chgData name="Fong, Jonathan" userId="0cc39b96-2237-44f8-9550-021b28199d5c" providerId="ADAL" clId="{2094E037-4A7F-5C4C-9C02-6D32C9564D5D}" dt="2026-07-21T06:53:06.339" v="1186" actId="1076"/>
          <ac:spMkLst>
            <pc:docMk/>
            <pc:sldMk cId="2252308624" sldId="266"/>
            <ac:spMk id="4" creationId="{1FCAF8A1-909D-120F-4FC0-4043935F2856}"/>
          </ac:spMkLst>
        </pc:spChg>
        <pc:spChg chg="add mod">
          <ac:chgData name="Fong, Jonathan" userId="0cc39b96-2237-44f8-9550-021b28199d5c" providerId="ADAL" clId="{2094E037-4A7F-5C4C-9C02-6D32C9564D5D}" dt="2026-07-21T06:53:22.343" v="1199" actId="1076"/>
          <ac:spMkLst>
            <pc:docMk/>
            <pc:sldMk cId="2252308624" sldId="266"/>
            <ac:spMk id="5" creationId="{85CC64C0-90F6-EF2D-BCA7-0A291CFB7670}"/>
          </ac:spMkLst>
        </pc:spChg>
        <pc:spChg chg="add mod">
          <ac:chgData name="Fong, Jonathan" userId="0cc39b96-2237-44f8-9550-021b28199d5c" providerId="ADAL" clId="{2094E037-4A7F-5C4C-9C02-6D32C9564D5D}" dt="2026-07-21T06:59:35.148" v="1356" actId="1076"/>
          <ac:spMkLst>
            <pc:docMk/>
            <pc:sldMk cId="2252308624" sldId="266"/>
            <ac:spMk id="6" creationId="{ED2CEE2E-6B42-91E5-88F4-1858DF855178}"/>
          </ac:spMkLst>
        </pc:spChg>
        <pc:spChg chg="add del">
          <ac:chgData name="Fong, Jonathan" userId="0cc39b96-2237-44f8-9550-021b28199d5c" providerId="ADAL" clId="{2094E037-4A7F-5C4C-9C02-6D32C9564D5D}" dt="2026-07-21T06:56:27.723" v="1218" actId="478"/>
          <ac:spMkLst>
            <pc:docMk/>
            <pc:sldMk cId="2252308624" sldId="266"/>
            <ac:spMk id="7" creationId="{04F2F2D7-CDA5-01B4-A517-1A88039EECFC}"/>
          </ac:spMkLst>
        </pc:spChg>
        <pc:spChg chg="add mod">
          <ac:chgData name="Fong, Jonathan" userId="0cc39b96-2237-44f8-9550-021b28199d5c" providerId="ADAL" clId="{2094E037-4A7F-5C4C-9C02-6D32C9564D5D}" dt="2026-07-21T06:59:46.520" v="1358" actId="1076"/>
          <ac:spMkLst>
            <pc:docMk/>
            <pc:sldMk cId="2252308624" sldId="266"/>
            <ac:spMk id="8" creationId="{1C30DEF8-E00C-7AED-A6CA-26C59FB3A5B3}"/>
          </ac:spMkLst>
        </pc:spChg>
        <pc:spChg chg="add mod">
          <ac:chgData name="Fong, Jonathan" userId="0cc39b96-2237-44f8-9550-021b28199d5c" providerId="ADAL" clId="{2094E037-4A7F-5C4C-9C02-6D32C9564D5D}" dt="2026-07-21T06:59:41.435" v="1357" actId="1076"/>
          <ac:spMkLst>
            <pc:docMk/>
            <pc:sldMk cId="2252308624" sldId="266"/>
            <ac:spMk id="9" creationId="{375A5A43-7475-19DD-B511-465F98B1FC22}"/>
          </ac:spMkLst>
        </pc:spChg>
        <pc:spChg chg="add del mod">
          <ac:chgData name="Fong, Jonathan" userId="0cc39b96-2237-44f8-9550-021b28199d5c" providerId="ADAL" clId="{2094E037-4A7F-5C4C-9C02-6D32C9564D5D}" dt="2026-07-21T06:57:55.399" v="1250"/>
          <ac:spMkLst>
            <pc:docMk/>
            <pc:sldMk cId="2252308624" sldId="266"/>
            <ac:spMk id="10" creationId="{563BA78F-17B0-F3F2-CA0D-CDA52D54D4DC}"/>
          </ac:spMkLst>
        </pc:spChg>
        <pc:spChg chg="add mod">
          <ac:chgData name="Fong, Jonathan" userId="0cc39b96-2237-44f8-9550-021b28199d5c" providerId="ADAL" clId="{2094E037-4A7F-5C4C-9C02-6D32C9564D5D}" dt="2026-07-21T07:05:57.280" v="1393" actId="14100"/>
          <ac:spMkLst>
            <pc:docMk/>
            <pc:sldMk cId="2252308624" sldId="266"/>
            <ac:spMk id="11" creationId="{B47A2916-CAFF-5125-4D3E-004D8AA12748}"/>
          </ac:spMkLst>
        </pc:spChg>
        <pc:spChg chg="add del">
          <ac:chgData name="Fong, Jonathan" userId="0cc39b96-2237-44f8-9550-021b28199d5c" providerId="ADAL" clId="{2094E037-4A7F-5C4C-9C02-6D32C9564D5D}" dt="2026-07-21T07:04:55.685" v="1377" actId="478"/>
          <ac:spMkLst>
            <pc:docMk/>
            <pc:sldMk cId="2252308624" sldId="266"/>
            <ac:spMk id="14" creationId="{FF5E86FF-7556-C97C-9E2B-3E8811E67151}"/>
          </ac:spMkLst>
        </pc:spChg>
        <pc:spChg chg="add mod">
          <ac:chgData name="Fong, Jonathan" userId="0cc39b96-2237-44f8-9550-021b28199d5c" providerId="ADAL" clId="{2094E037-4A7F-5C4C-9C02-6D32C9564D5D}" dt="2026-07-21T07:05:22.516" v="1381" actId="14100"/>
          <ac:spMkLst>
            <pc:docMk/>
            <pc:sldMk cId="2252308624" sldId="266"/>
            <ac:spMk id="15" creationId="{2A3BA922-92AC-1771-7607-899EE84CFF49}"/>
          </ac:spMkLst>
        </pc:spChg>
        <pc:spChg chg="add mod">
          <ac:chgData name="Fong, Jonathan" userId="0cc39b96-2237-44f8-9550-021b28199d5c" providerId="ADAL" clId="{2094E037-4A7F-5C4C-9C02-6D32C9564D5D}" dt="2026-07-21T07:05:43.110" v="1387" actId="14100"/>
          <ac:spMkLst>
            <pc:docMk/>
            <pc:sldMk cId="2252308624" sldId="266"/>
            <ac:spMk id="16" creationId="{C776D851-67ED-7C92-6A42-0C94DF400E3A}"/>
          </ac:spMkLst>
        </pc:spChg>
        <pc:graphicFrameChg chg="add del mod modGraphic">
          <ac:chgData name="Fong, Jonathan" userId="0cc39b96-2237-44f8-9550-021b28199d5c" providerId="ADAL" clId="{2094E037-4A7F-5C4C-9C02-6D32C9564D5D}" dt="2026-07-21T06:48:01.525" v="926" actId="478"/>
          <ac:graphicFrameMkLst>
            <pc:docMk/>
            <pc:sldMk cId="2252308624" sldId="266"/>
            <ac:graphicFrameMk id="2" creationId="{B8A62F91-49E2-47F8-8397-F1C405122D6F}"/>
          </ac:graphicFrameMkLst>
        </pc:graphicFrameChg>
        <pc:graphicFrameChg chg="add mod modGraphic">
          <ac:chgData name="Fong, Jonathan" userId="0cc39b96-2237-44f8-9550-021b28199d5c" providerId="ADAL" clId="{2094E037-4A7F-5C4C-9C02-6D32C9564D5D}" dt="2026-07-21T07:05:50.265" v="1392"/>
          <ac:graphicFrameMkLst>
            <pc:docMk/>
            <pc:sldMk cId="2252308624" sldId="266"/>
            <ac:graphicFrameMk id="3" creationId="{F46FD40F-04DB-4D8F-5842-7B4E93A45337}"/>
          </ac:graphicFrameMkLst>
        </pc:graphicFrameChg>
        <pc:cxnChg chg="add del mod">
          <ac:chgData name="Fong, Jonathan" userId="0cc39b96-2237-44f8-9550-021b28199d5c" providerId="ADAL" clId="{2094E037-4A7F-5C4C-9C02-6D32C9564D5D}" dt="2026-07-21T07:04:53.264" v="1376" actId="478"/>
          <ac:cxnSpMkLst>
            <pc:docMk/>
            <pc:sldMk cId="2252308624" sldId="266"/>
            <ac:cxnSpMk id="13" creationId="{2D111E9F-6908-81C8-CF23-5BD15B6DCF09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64ABB8-4840-8C4E-A55E-5A8D4AED0F66}" type="doc">
      <dgm:prSet loTypeId="urn:microsoft.com/office/officeart/2008/layout/RadialCluster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E3BD8A-010B-1149-8C4B-52419C1D5924}">
      <dgm:prSet phldrT="[Text]"/>
      <dgm:spPr/>
      <dgm:t>
        <a:bodyPr/>
        <a:lstStyle/>
        <a:p>
          <a:r>
            <a:rPr lang="en-US" dirty="0"/>
            <a:t>Lineage Metadata</a:t>
          </a:r>
          <a:br>
            <a:rPr lang="en-US" dirty="0"/>
          </a:br>
          <a:r>
            <a:rPr lang="en-US" dirty="0"/>
            <a:t>Access Policies</a:t>
          </a:r>
          <a:br>
            <a:rPr lang="en-US" dirty="0"/>
          </a:br>
          <a:r>
            <a:rPr lang="en-US" dirty="0"/>
            <a:t>Data Classification</a:t>
          </a:r>
        </a:p>
      </dgm:t>
    </dgm:pt>
    <dgm:pt modelId="{598F8133-685C-BB4B-B75E-D259C1FA01ED}" type="parTrans" cxnId="{51B2B0FB-76B2-EB4A-AE24-BFE69895AE9B}">
      <dgm:prSet/>
      <dgm:spPr/>
      <dgm:t>
        <a:bodyPr/>
        <a:lstStyle/>
        <a:p>
          <a:endParaRPr lang="en-US"/>
        </a:p>
      </dgm:t>
    </dgm:pt>
    <dgm:pt modelId="{41FBB83E-0471-DB45-BF23-D0957D825C01}" type="sibTrans" cxnId="{51B2B0FB-76B2-EB4A-AE24-BFE69895AE9B}">
      <dgm:prSet/>
      <dgm:spPr/>
      <dgm:t>
        <a:bodyPr/>
        <a:lstStyle/>
        <a:p>
          <a:endParaRPr lang="en-US"/>
        </a:p>
      </dgm:t>
    </dgm:pt>
    <dgm:pt modelId="{EEBF69C9-4254-F045-96F2-9E765A0C7E86}">
      <dgm:prSet phldrT="[Text]"/>
      <dgm:spPr/>
      <dgm:t>
        <a:bodyPr/>
        <a:lstStyle/>
        <a:p>
          <a:r>
            <a:rPr lang="en-US" dirty="0"/>
            <a:t>Lakehouse</a:t>
          </a:r>
        </a:p>
        <a:p>
          <a:r>
            <a:rPr lang="en-US" dirty="0"/>
            <a:t>Pipelines</a:t>
          </a:r>
        </a:p>
        <a:p>
          <a:r>
            <a:rPr lang="en-US" dirty="0"/>
            <a:t>Data Assets </a:t>
          </a:r>
        </a:p>
      </dgm:t>
    </dgm:pt>
    <dgm:pt modelId="{DC9382ED-6465-9044-8CEA-3E21CC814308}" type="parTrans" cxnId="{FFCDB47C-8384-544D-8F81-F41D9A4AE908}">
      <dgm:prSet/>
      <dgm:spPr/>
      <dgm:t>
        <a:bodyPr/>
        <a:lstStyle/>
        <a:p>
          <a:endParaRPr lang="en-US"/>
        </a:p>
      </dgm:t>
    </dgm:pt>
    <dgm:pt modelId="{6DBD48BC-07B5-344A-B559-29FD2FEF2434}" type="sibTrans" cxnId="{FFCDB47C-8384-544D-8F81-F41D9A4AE908}">
      <dgm:prSet/>
      <dgm:spPr/>
      <dgm:t>
        <a:bodyPr/>
        <a:lstStyle/>
        <a:p>
          <a:endParaRPr lang="en-US"/>
        </a:p>
      </dgm:t>
    </dgm:pt>
    <dgm:pt modelId="{FCB7CF90-1CC1-F041-930D-4FBEDCBBCDC2}">
      <dgm:prSet phldrT="[Text]"/>
      <dgm:spPr/>
      <dgm:t>
        <a:bodyPr/>
        <a:lstStyle/>
        <a:p>
          <a:r>
            <a:rPr lang="en-US" dirty="0"/>
            <a:t>Search</a:t>
          </a:r>
        </a:p>
        <a:p>
          <a:r>
            <a:rPr lang="en-US" dirty="0"/>
            <a:t>Glossary</a:t>
          </a:r>
        </a:p>
        <a:p>
          <a:r>
            <a:rPr lang="en-US" dirty="0"/>
            <a:t>Discovery</a:t>
          </a:r>
        </a:p>
      </dgm:t>
    </dgm:pt>
    <dgm:pt modelId="{3C354AC0-2698-3E40-9C3F-E69CC60F4911}" type="parTrans" cxnId="{CC7642BF-3E5F-B844-82B5-12546FE4A9A2}">
      <dgm:prSet/>
      <dgm:spPr/>
      <dgm:t>
        <a:bodyPr/>
        <a:lstStyle/>
        <a:p>
          <a:endParaRPr lang="en-US"/>
        </a:p>
      </dgm:t>
    </dgm:pt>
    <dgm:pt modelId="{3DA24397-CA01-944D-880D-DCE435052FE5}" type="sibTrans" cxnId="{CC7642BF-3E5F-B844-82B5-12546FE4A9A2}">
      <dgm:prSet/>
      <dgm:spPr/>
      <dgm:t>
        <a:bodyPr/>
        <a:lstStyle/>
        <a:p>
          <a:endParaRPr lang="en-US"/>
        </a:p>
      </dgm:t>
    </dgm:pt>
    <dgm:pt modelId="{8F53550C-5599-EB42-BB42-CAAFC4E29F8E}" type="pres">
      <dgm:prSet presAssocID="{3B64ABB8-4840-8C4E-A55E-5A8D4AED0F6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CDB1635-D2D1-0F46-AA3B-3FA57A495B5F}" type="pres">
      <dgm:prSet presAssocID="{84E3BD8A-010B-1149-8C4B-52419C1D5924}" presName="singleCycle" presStyleCnt="0"/>
      <dgm:spPr/>
    </dgm:pt>
    <dgm:pt modelId="{9B1CBE8D-3857-0B4D-AE71-5A78BA3DE1DE}" type="pres">
      <dgm:prSet presAssocID="{84E3BD8A-010B-1149-8C4B-52419C1D5924}" presName="singleCenter" presStyleLbl="node1" presStyleIdx="0" presStyleCnt="3" custScaleX="146250" custLinFactNeighborX="0" custLinFactNeighborY="11807">
        <dgm:presLayoutVars>
          <dgm:chMax val="7"/>
          <dgm:chPref val="7"/>
        </dgm:presLayoutVars>
      </dgm:prSet>
      <dgm:spPr/>
    </dgm:pt>
    <dgm:pt modelId="{440C38F9-EC0F-4C47-BDBB-4B1506252A2F}" type="pres">
      <dgm:prSet presAssocID="{DC9382ED-6465-9044-8CEA-3E21CC814308}" presName="Name56" presStyleLbl="parChTrans1D2" presStyleIdx="0" presStyleCnt="2"/>
      <dgm:spPr/>
    </dgm:pt>
    <dgm:pt modelId="{F7DBEC8B-45C9-BB49-904B-99F155E24508}" type="pres">
      <dgm:prSet presAssocID="{EEBF69C9-4254-F045-96F2-9E765A0C7E86}" presName="text0" presStyleLbl="node1" presStyleIdx="1" presStyleCnt="3" custRadScaleRad="77471" custRadScaleInc="-1085">
        <dgm:presLayoutVars>
          <dgm:bulletEnabled val="1"/>
        </dgm:presLayoutVars>
      </dgm:prSet>
      <dgm:spPr/>
    </dgm:pt>
    <dgm:pt modelId="{A79FF193-1065-9E4A-A4A7-7DEB982E48F1}" type="pres">
      <dgm:prSet presAssocID="{3C354AC0-2698-3E40-9C3F-E69CC60F4911}" presName="Name56" presStyleLbl="parChTrans1D2" presStyleIdx="1" presStyleCnt="2"/>
      <dgm:spPr/>
    </dgm:pt>
    <dgm:pt modelId="{68D731DA-0D9B-D540-9FE1-8F35D5D58521}" type="pres">
      <dgm:prSet presAssocID="{FCB7CF90-1CC1-F041-930D-4FBEDCBBCDC2}" presName="text0" presStyleLbl="node1" presStyleIdx="2" presStyleCnt="3" custRadScaleRad="145987" custRadScaleInc="-89082">
        <dgm:presLayoutVars>
          <dgm:bulletEnabled val="1"/>
        </dgm:presLayoutVars>
      </dgm:prSet>
      <dgm:spPr/>
    </dgm:pt>
  </dgm:ptLst>
  <dgm:cxnLst>
    <dgm:cxn modelId="{7BDA185F-09E6-6B4A-9738-2CC431583735}" type="presOf" srcId="{3C354AC0-2698-3E40-9C3F-E69CC60F4911}" destId="{A79FF193-1065-9E4A-A4A7-7DEB982E48F1}" srcOrd="0" destOrd="0" presId="urn:microsoft.com/office/officeart/2008/layout/RadialCluster"/>
    <dgm:cxn modelId="{CDFDB66D-CA2B-794E-8F26-AD3639975ACF}" type="presOf" srcId="{84E3BD8A-010B-1149-8C4B-52419C1D5924}" destId="{9B1CBE8D-3857-0B4D-AE71-5A78BA3DE1DE}" srcOrd="0" destOrd="0" presId="urn:microsoft.com/office/officeart/2008/layout/RadialCluster"/>
    <dgm:cxn modelId="{B2918D6F-0247-8741-AF2D-8718AEC9124A}" type="presOf" srcId="{DC9382ED-6465-9044-8CEA-3E21CC814308}" destId="{440C38F9-EC0F-4C47-BDBB-4B1506252A2F}" srcOrd="0" destOrd="0" presId="urn:microsoft.com/office/officeart/2008/layout/RadialCluster"/>
    <dgm:cxn modelId="{FFCDB47C-8384-544D-8F81-F41D9A4AE908}" srcId="{84E3BD8A-010B-1149-8C4B-52419C1D5924}" destId="{EEBF69C9-4254-F045-96F2-9E765A0C7E86}" srcOrd="0" destOrd="0" parTransId="{DC9382ED-6465-9044-8CEA-3E21CC814308}" sibTransId="{6DBD48BC-07B5-344A-B559-29FD2FEF2434}"/>
    <dgm:cxn modelId="{CC7642BF-3E5F-B844-82B5-12546FE4A9A2}" srcId="{84E3BD8A-010B-1149-8C4B-52419C1D5924}" destId="{FCB7CF90-1CC1-F041-930D-4FBEDCBBCDC2}" srcOrd="1" destOrd="0" parTransId="{3C354AC0-2698-3E40-9C3F-E69CC60F4911}" sibTransId="{3DA24397-CA01-944D-880D-DCE435052FE5}"/>
    <dgm:cxn modelId="{1D6925D6-2FCE-0142-9AEA-C044D9C2E6F5}" type="presOf" srcId="{3B64ABB8-4840-8C4E-A55E-5A8D4AED0F66}" destId="{8F53550C-5599-EB42-BB42-CAAFC4E29F8E}" srcOrd="0" destOrd="0" presId="urn:microsoft.com/office/officeart/2008/layout/RadialCluster"/>
    <dgm:cxn modelId="{A92DA1E3-DAE6-0840-AC40-89FED3FF41E9}" type="presOf" srcId="{EEBF69C9-4254-F045-96F2-9E765A0C7E86}" destId="{F7DBEC8B-45C9-BB49-904B-99F155E24508}" srcOrd="0" destOrd="0" presId="urn:microsoft.com/office/officeart/2008/layout/RadialCluster"/>
    <dgm:cxn modelId="{A853BAF6-7786-6B43-899B-9A6B44EC47C3}" type="presOf" srcId="{FCB7CF90-1CC1-F041-930D-4FBEDCBBCDC2}" destId="{68D731DA-0D9B-D540-9FE1-8F35D5D58521}" srcOrd="0" destOrd="0" presId="urn:microsoft.com/office/officeart/2008/layout/RadialCluster"/>
    <dgm:cxn modelId="{51B2B0FB-76B2-EB4A-AE24-BFE69895AE9B}" srcId="{3B64ABB8-4840-8C4E-A55E-5A8D4AED0F66}" destId="{84E3BD8A-010B-1149-8C4B-52419C1D5924}" srcOrd="0" destOrd="0" parTransId="{598F8133-685C-BB4B-B75E-D259C1FA01ED}" sibTransId="{41FBB83E-0471-DB45-BF23-D0957D825C01}"/>
    <dgm:cxn modelId="{1702155C-8D09-2541-964F-AEFA674314DC}" type="presParOf" srcId="{8F53550C-5599-EB42-BB42-CAAFC4E29F8E}" destId="{7CDB1635-D2D1-0F46-AA3B-3FA57A495B5F}" srcOrd="0" destOrd="0" presId="urn:microsoft.com/office/officeart/2008/layout/RadialCluster"/>
    <dgm:cxn modelId="{0B7AE171-CAF0-1747-B3C2-3D36B20032AF}" type="presParOf" srcId="{7CDB1635-D2D1-0F46-AA3B-3FA57A495B5F}" destId="{9B1CBE8D-3857-0B4D-AE71-5A78BA3DE1DE}" srcOrd="0" destOrd="0" presId="urn:microsoft.com/office/officeart/2008/layout/RadialCluster"/>
    <dgm:cxn modelId="{D620696D-7C5C-5045-AF96-7546B14E83CE}" type="presParOf" srcId="{7CDB1635-D2D1-0F46-AA3B-3FA57A495B5F}" destId="{440C38F9-EC0F-4C47-BDBB-4B1506252A2F}" srcOrd="1" destOrd="0" presId="urn:microsoft.com/office/officeart/2008/layout/RadialCluster"/>
    <dgm:cxn modelId="{4523B358-1B7A-7041-A6BD-5B950945BB2E}" type="presParOf" srcId="{7CDB1635-D2D1-0F46-AA3B-3FA57A495B5F}" destId="{F7DBEC8B-45C9-BB49-904B-99F155E24508}" srcOrd="2" destOrd="0" presId="urn:microsoft.com/office/officeart/2008/layout/RadialCluster"/>
    <dgm:cxn modelId="{2439D230-9727-5D41-A733-80F326D7E93D}" type="presParOf" srcId="{7CDB1635-D2D1-0F46-AA3B-3FA57A495B5F}" destId="{A79FF193-1065-9E4A-A4A7-7DEB982E48F1}" srcOrd="3" destOrd="0" presId="urn:microsoft.com/office/officeart/2008/layout/RadialCluster"/>
    <dgm:cxn modelId="{E8EE1107-6F0B-934B-A250-F87C816F24E5}" type="presParOf" srcId="{7CDB1635-D2D1-0F46-AA3B-3FA57A495B5F}" destId="{68D731DA-0D9B-D540-9FE1-8F35D5D58521}" srcOrd="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CBE8D-3857-0B4D-AE71-5A78BA3DE1DE}">
      <dsp:nvSpPr>
        <dsp:cNvPr id="0" name=""/>
        <dsp:cNvSpPr/>
      </dsp:nvSpPr>
      <dsp:spPr>
        <a:xfrm>
          <a:off x="4612004" y="2407609"/>
          <a:ext cx="2377440" cy="162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Lineage Metadata</a:t>
          </a:r>
          <a:br>
            <a:rPr lang="en-US" sz="2200" kern="1200" dirty="0"/>
          </a:br>
          <a:r>
            <a:rPr lang="en-US" sz="2200" kern="1200" dirty="0"/>
            <a:t>Access Policies</a:t>
          </a:r>
          <a:br>
            <a:rPr lang="en-US" sz="2200" kern="1200" dirty="0"/>
          </a:br>
          <a:r>
            <a:rPr lang="en-US" sz="2200" kern="1200" dirty="0"/>
            <a:t>Data Classification</a:t>
          </a:r>
        </a:p>
      </dsp:txBody>
      <dsp:txXfrm>
        <a:off x="4691359" y="2486964"/>
        <a:ext cx="2218730" cy="1466890"/>
      </dsp:txXfrm>
    </dsp:sp>
    <dsp:sp modelId="{440C38F9-EC0F-4C47-BDBB-4B1506252A2F}">
      <dsp:nvSpPr>
        <dsp:cNvPr id="0" name=""/>
        <dsp:cNvSpPr/>
      </dsp:nvSpPr>
      <dsp:spPr>
        <a:xfrm rot="16155097">
          <a:off x="5369572" y="1992531"/>
          <a:ext cx="83022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30225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BEC8B-45C9-BB49-904B-99F155E24508}">
      <dsp:nvSpPr>
        <dsp:cNvPr id="0" name=""/>
        <dsp:cNvSpPr/>
      </dsp:nvSpPr>
      <dsp:spPr>
        <a:xfrm>
          <a:off x="5227574" y="488302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Lakehouse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Pipelines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Assets </a:t>
          </a:r>
        </a:p>
      </dsp:txBody>
      <dsp:txXfrm>
        <a:off x="5280742" y="541470"/>
        <a:ext cx="982816" cy="982816"/>
      </dsp:txXfrm>
    </dsp:sp>
    <dsp:sp modelId="{A79FF193-1065-9E4A-A4A7-7DEB982E48F1}">
      <dsp:nvSpPr>
        <dsp:cNvPr id="0" name=""/>
        <dsp:cNvSpPr/>
      </dsp:nvSpPr>
      <dsp:spPr>
        <a:xfrm rot="31071">
          <a:off x="6989416" y="3237389"/>
          <a:ext cx="137999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9993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D731DA-0D9B-D540-9FE1-8F35D5D58521}">
      <dsp:nvSpPr>
        <dsp:cNvPr id="0" name=""/>
        <dsp:cNvSpPr/>
      </dsp:nvSpPr>
      <dsp:spPr>
        <a:xfrm>
          <a:off x="8369382" y="2703972"/>
          <a:ext cx="1089152" cy="10891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Search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Glossary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Discovery</a:t>
          </a:r>
        </a:p>
      </dsp:txBody>
      <dsp:txXfrm>
        <a:off x="8422550" y="2757140"/>
        <a:ext cx="982816" cy="98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152028"/>
            <a:ext cx="12192000" cy="54864"/>
          </a:xfrm>
          <a:prstGeom prst="rect">
            <a:avLst/>
          </a:prstGeom>
          <a:solidFill>
            <a:srgbClr val="15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7778" y="2344653"/>
            <a:ext cx="1048261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52342"/>
                </a:solidFill>
                <a:latin typeface="Calibri Light"/>
              </a:defRPr>
            </a:pPr>
            <a:r>
              <a:rPr lang="en-US" dirty="0"/>
              <a:t>Clarifying role and relationships of our internal services with Unity Catalog.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8813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75569"/>
                </a:solidFill>
                <a:latin typeface="Calibri"/>
              </a:defRPr>
            </a:pPr>
            <a:r>
              <a:rPr dirty="0"/>
              <a:t>Better together —Unity Catalog governs Databricks execution. Navigator</a:t>
            </a:r>
            <a:r>
              <a:rPr lang="en-US" dirty="0"/>
              <a:t> and OMS</a:t>
            </a:r>
            <a:r>
              <a:rPr dirty="0"/>
              <a:t> federate</a:t>
            </a:r>
            <a:r>
              <a:rPr lang="en-US" dirty="0"/>
              <a:t>s</a:t>
            </a:r>
            <a:r>
              <a:rPr dirty="0"/>
              <a:t> the estate </a:t>
            </a:r>
            <a:r>
              <a:rPr lang="en-US" dirty="0"/>
              <a:t>for enterprise</a:t>
            </a:r>
            <a:r>
              <a:rPr dirty="0"/>
              <a:t>.</a:t>
            </a:r>
            <a:br>
              <a:rPr lang="en-US" dirty="0"/>
            </a:b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657F9-D9D7-A4A4-2E31-473F8B30B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27A98C-2F18-4B53-19BA-320245880751}"/>
              </a:ext>
            </a:extLst>
          </p:cNvPr>
          <p:cNvSpPr txBox="1"/>
          <p:nvPr/>
        </p:nvSpPr>
        <p:spPr>
          <a:xfrm>
            <a:off x="88450" y="73152"/>
            <a:ext cx="10881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475569"/>
                </a:solidFill>
                <a:latin typeface="Calibri"/>
              </a:defRPr>
            </a:pPr>
            <a:r>
              <a:rPr lang="en-US" dirty="0"/>
              <a:t>What is Unity Catalog? A Databricks top layer for governance (specifically for Databricks, but also potentially others)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1D5469-ADBC-8CAD-CA73-2E045E0203F1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959AC-0D13-34ED-559D-8BAA5F4A1904}"/>
              </a:ext>
            </a:extLst>
          </p:cNvPr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6315F6-D314-D3CA-28A4-AD8DA5DC1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303" y="1670502"/>
            <a:ext cx="6132407" cy="34516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12B382-344A-1105-0C43-AE7787DA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2747"/>
            <a:ext cx="5071930" cy="586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28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46FD40F-04DB-4D8F-5842-7B4E93A453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9804820"/>
              </p:ext>
            </p:extLst>
          </p:nvPr>
        </p:nvGraphicFramePr>
        <p:xfrm>
          <a:off x="323850" y="719666"/>
          <a:ext cx="116014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FCAF8A1-909D-120F-4FC0-4043935F2856}"/>
              </a:ext>
            </a:extLst>
          </p:cNvPr>
          <p:cNvSpPr txBox="1"/>
          <p:nvPr/>
        </p:nvSpPr>
        <p:spPr>
          <a:xfrm>
            <a:off x="5288160" y="4932608"/>
            <a:ext cx="167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UNITY CATALOG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C64C0-90F6-EF2D-BCA7-0A291CFB7670}"/>
              </a:ext>
            </a:extLst>
          </p:cNvPr>
          <p:cNvSpPr txBox="1"/>
          <p:nvPr/>
        </p:nvSpPr>
        <p:spPr>
          <a:xfrm>
            <a:off x="5435306" y="719666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DATABRICKS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CEE2E-6B42-91E5-88F4-1858DF855178}"/>
              </a:ext>
            </a:extLst>
          </p:cNvPr>
          <p:cNvSpPr txBox="1"/>
          <p:nvPr/>
        </p:nvSpPr>
        <p:spPr>
          <a:xfrm>
            <a:off x="8529802" y="2736501"/>
            <a:ext cx="1576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ALATION / </a:t>
            </a:r>
            <a:br>
              <a:rPr lang="en-US" dirty="0"/>
            </a:br>
            <a:r>
              <a:rPr lang="en-US" dirty="0"/>
              <a:t>REPLACEMENT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30DEF8-E00C-7AED-A6CA-26C59FB3A5B3}"/>
              </a:ext>
            </a:extLst>
          </p:cNvPr>
          <p:cNvSpPr/>
          <p:nvPr/>
        </p:nvSpPr>
        <p:spPr>
          <a:xfrm>
            <a:off x="2112134" y="3338690"/>
            <a:ext cx="1712890" cy="122463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Manual Wikis</a:t>
            </a:r>
          </a:p>
          <a:p>
            <a:pPr algn="ctr"/>
            <a:r>
              <a:rPr lang="en-US" dirty="0"/>
              <a:t>Documentation</a:t>
            </a:r>
          </a:p>
          <a:p>
            <a:pPr algn="ctr"/>
            <a:r>
              <a:rPr lang="en-US" dirty="0"/>
              <a:t>Word of Mouth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5A5A43-7475-19DD-B511-465F98B1FC22}"/>
              </a:ext>
            </a:extLst>
          </p:cNvPr>
          <p:cNvSpPr txBox="1"/>
          <p:nvPr/>
        </p:nvSpPr>
        <p:spPr>
          <a:xfrm>
            <a:off x="2516148" y="2969358"/>
            <a:ext cx="904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LEGACY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47A2916-CAFF-5125-4D3E-004D8AA12748}"/>
              </a:ext>
            </a:extLst>
          </p:cNvPr>
          <p:cNvSpPr/>
          <p:nvPr/>
        </p:nvSpPr>
        <p:spPr>
          <a:xfrm>
            <a:off x="4018208" y="3721995"/>
            <a:ext cx="858861" cy="5151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2A3BA922-92AC-1771-7607-899EE84CFF49}"/>
              </a:ext>
            </a:extLst>
          </p:cNvPr>
          <p:cNvSpPr/>
          <p:nvPr/>
        </p:nvSpPr>
        <p:spPr>
          <a:xfrm>
            <a:off x="5831794" y="2279562"/>
            <a:ext cx="528410" cy="8626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C776D851-67ED-7C92-6A42-0C94DF400E3A}"/>
              </a:ext>
            </a:extLst>
          </p:cNvPr>
          <p:cNvSpPr/>
          <p:nvPr/>
        </p:nvSpPr>
        <p:spPr>
          <a:xfrm>
            <a:off x="7314931" y="3693431"/>
            <a:ext cx="1378307" cy="5151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0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3701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rPr lang="en-US" dirty="0"/>
              <a:t>Proposed Lens: </a:t>
            </a:r>
            <a:r>
              <a:rPr dirty="0"/>
              <a:t>Two complementary roles — same metadata spine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243584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3222" y="1494516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rPr dirty="0"/>
              <a:t>Unity Catalog (execution plane)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222" y="1787124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Govern permissions, audit, lineage on Databricks assets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Metric Views — governed KPIs for SQL, Genie, AI/BI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Enforce masking, ABAC, classification at query time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Strongest where data is created &amp; consumed on Databricks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3942" y="1494516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t>Internal services — OMS + Navigator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3942" y="1787124"/>
            <a:ext cx="52120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Single search across Snowflake, pipelines, BI, Databricks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Business glossary, articles, stewardship workflows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Bulk governance, domains, endorse/deprecate at estate scale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Experience for stewards, analysts,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58887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Strategy: UC is essential inside Databricks; our internal services are essential across the enterprise. Integrate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Inherent limits of Unity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Why UC alone cannot replace our Alation </a:t>
            </a:r>
            <a:r>
              <a:rPr lang="en-US" dirty="0"/>
              <a:t>replacement or OMS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27631"/>
            <a:ext cx="3593592" cy="1472185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700784"/>
            <a:ext cx="347472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lang="en-US" dirty="0">
                <a:latin typeface="+mj-lt"/>
              </a:rPr>
              <a:t>Platform Boundary</a:t>
            </a:r>
            <a:endParaRPr dirty="0">
              <a:latin typeface="+mj-lt"/>
            </a:endParaRP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Governance enforcement is coupled to Databricks compute — policies do not automatically apply in Snowflake, Tableau, or internal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627631"/>
            <a:ext cx="3593592" cy="1472185"/>
          </a:xfrm>
          <a:prstGeom prst="roundRect">
            <a:avLst/>
          </a:prstGeom>
          <a:solidFill>
            <a:srgbClr val="FFFFFF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70248" y="1700784"/>
            <a:ext cx="347472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Vendor lock-in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Business semantics, discovery UX, and agent context deepen dependence on the Databricks platform — harder to keep a tool-agnostic governance story across Snowflake and other estates.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27631"/>
            <a:ext cx="3593592" cy="1472185"/>
          </a:xfrm>
          <a:prstGeom prst="roundRect">
            <a:avLst/>
          </a:prstGeom>
          <a:solidFill>
            <a:srgbClr val="FFFFFF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73568" y="1700784"/>
            <a:ext cx="34747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Business vocabulary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Glossary announced as preview coming soon; today = Metric Views + agent metadata — not stewarded terms linked across the estate.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81271"/>
            <a:ext cx="3593592" cy="1472185"/>
          </a:xfrm>
          <a:prstGeom prst="roundRect">
            <a:avLst/>
          </a:prstGeom>
          <a:solidFill>
            <a:srgbClr val="FFFFFF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254424"/>
            <a:ext cx="34747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Knowledge &amp; docs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No articles, document hubs, or collaborative </a:t>
            </a:r>
            <a:r>
              <a:rPr lang="en-US" dirty="0"/>
              <a:t>information architecture</a:t>
            </a:r>
            <a:r>
              <a:rPr dirty="0"/>
              <a:t> equivalent to Alation.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181271"/>
            <a:ext cx="3593592" cy="1472185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70248" y="3254424"/>
            <a:ext cx="34747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User experience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Discover &amp; Governance Hub are Databricks-native and </a:t>
            </a:r>
            <a:r>
              <a:rPr lang="en-US" dirty="0"/>
              <a:t>still </a:t>
            </a:r>
            <a:r>
              <a:rPr dirty="0"/>
              <a:t>maturing — </a:t>
            </a:r>
            <a:r>
              <a:rPr lang="en-US" dirty="0"/>
              <a:t>but </a:t>
            </a:r>
            <a:r>
              <a:rPr dirty="0"/>
              <a:t>not Navigator for business consumers.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181271"/>
            <a:ext cx="3593592" cy="1472185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3254424"/>
            <a:ext cx="34747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Estate federation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UC's primary inventory is Databricks-governed assets; full cross-source discovery needs crawlers + OMS supply.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6171"/>
            <a:ext cx="3593592" cy="1472185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4829324"/>
            <a:ext cx="347472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Stewardship at scale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Limited vs mass edit, catalog sets, documentation completion tracking across departments.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Where our internal services deliver more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337975"/>
              </p:ext>
            </p:extLst>
          </p:nvPr>
        </p:nvGraphicFramePr>
        <p:xfrm>
          <a:off x="457200" y="1243584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52342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52342"/>
                          </a:solidFill>
                          <a:latin typeface="Calibri"/>
                        </a:defRPr>
                      </a:pPr>
                      <a:r>
                        <a:t>Unity Catalog 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52342"/>
                          </a:solidFill>
                          <a:latin typeface="Calibri"/>
                        </a:defRPr>
                      </a:pPr>
                      <a:r>
                        <a:t>OMS + Navigator (internal services)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Business glossary &amp; synonyms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Preview only in 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t>Core MVP in Navigator / OMS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Cross-platform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Databricks-primary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t>626 + OMS federated inventory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Articles &amp; onboarding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Not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t>Alation parity 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Stewardship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Limited curation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rPr dirty="0"/>
                        <a:t>Bulk edit, catalog sets, ownership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Business-user 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Catalog Explorer / Discover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t>Navigator — governed, persona-led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Governed KPIs on Databricks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E949A"/>
                          </a:solidFill>
                          <a:latin typeface="Calibri"/>
                        </a:defRPr>
                      </a:pPr>
                      <a:r>
                        <a:t>Metric Views — UC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t>Read/sync; federated metrics governance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DBX permissions &amp; lineage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E949A"/>
                          </a:solidFill>
                          <a:latin typeface="Calibri"/>
                        </a:defRPr>
                      </a:pPr>
                      <a:r>
                        <a:t>Native — UC 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56F4A"/>
                          </a:solidFill>
                          <a:latin typeface="Calibri"/>
                        </a:defRPr>
                      </a:pPr>
                      <a:r>
                        <a:rPr dirty="0"/>
                        <a:t>Ingest UC → OMS; do not re-implement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Best ways to integrate with Unity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243584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t>Architecture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Hub-and-spoke: UC = Databricks System of Record (SoR) for schemas, grants, native lineage, metric views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OMS = enterprise metadata store; Navigator = collaboration &amp; discovery UX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One System of Record (SoR) per metadata type — no dual-writing glossary or ownership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Avoid metadata dual-write — pick where each attribute is authoritative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35024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t>Integration patterns (recommended)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27632"/>
            <a:ext cx="521208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Crawl / sync UC → OMS: tables, columns, grants summary, lineage, metric view definitions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626 / MCI </a:t>
            </a:r>
            <a:r>
              <a:rPr lang="en-US" dirty="0"/>
              <a:t>/ etc. provides </a:t>
            </a:r>
            <a:r>
              <a:rPr dirty="0"/>
              <a:t>suppl</a:t>
            </a:r>
            <a:r>
              <a:rPr lang="en-US" dirty="0"/>
              <a:t>y</a:t>
            </a:r>
            <a:r>
              <a:rPr dirty="0"/>
              <a:t> for non-Databricks sources into the same OMS spine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Navigator surfaces UC-backed assets in unified search with Snowflake &amp; pipeline objects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When UC Glossary is Generally Available (GA): ingest into OMS — do not fork a second glossary UX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Optional: propagate select tags (e.g. PII) one direction only — UC or OMS, not both editable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58887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Goal: Databricks assets are first-class in our catalog; UC stays authoritative for Databricks enforcement.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External lineage &amp; BYOL — 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243584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t>What BYOL / external lineage provides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Generally Available (GA) capability to register metadata &amp; lineage from outside Databricks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Programmatic ingestion via APIs — Salesforce, MySQL, Tableau, etc.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Extends UC lineage graph with external objects for audit &amp; impact analysis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Useful for stitching lakehouse assets to upstream/downstream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35024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t>What BYOL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27632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Not a managed enterprise catalog — you build &amp; operate every integration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Not automatic crawlers across 20+ sources like Alation / OMS supply model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Not governance propagation — tags/classifications in BYOL don't enforce in Snowflake/BI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Not a substitute for Navigator glossary, articles, or stewardship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58887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BYOL narrows the lineage gap; it does not close the business catalog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Problems &amp; limits of BYOL in Unity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43584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Calibri"/>
              </a:defRPr>
            </a:pPr>
            <a:r>
              <a:t>Architectural constraints to plan for before relying on BYOL instead of OMS federation.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rPr dirty="0"/>
              <a:t>Data Governance  |  July 2026  |  UC + Business Data Catalog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27632"/>
            <a:ext cx="5522976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52578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Engineering tax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Every source API change, schema drift, or tool upgrade can break your BYOL pipelines — ongoing maintenance, not one-time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27632"/>
            <a:ext cx="5522976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700784"/>
            <a:ext cx="5257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Incomplete coverage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Hard to match Alation-grade depth: column lineage, dataflows (Airflow/</a:t>
            </a:r>
            <a:r>
              <a:rPr dirty="0" err="1"/>
              <a:t>dbt</a:t>
            </a:r>
            <a:r>
              <a:rPr dirty="0"/>
              <a:t>), BI reports, usage analytics without significant custom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89504"/>
            <a:ext cx="5522976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962656"/>
            <a:ext cx="52578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Latency &amp; freshness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External metadata often polled or batch-loaded — not the same live operational picture as native UC or managed crawlers.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89504"/>
            <a:ext cx="5522976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962656"/>
            <a:ext cx="52578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Governance silos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Domains, certifications, and PII tags in UC don't translate to Snowflake Horizon or other platforms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51376"/>
            <a:ext cx="5522976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24528"/>
            <a:ext cx="52578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Double governance risk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Snowflake + Databricks = two permission models unless you explicitly sync — BYOL doesn't unify enforcement.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51376"/>
            <a:ext cx="5522976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224528"/>
            <a:ext cx="52578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Vendor lock-in via BYOL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Deepening UC as the lineage hub ties more governance context to Databricks — without delivering enterprise catalog or glossary in Navigator.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86400"/>
            <a:ext cx="5257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t>Cost shift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t>Savings from not building Navigator can become headcount for integration teams maintaining BYOL graphs.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13248"/>
            <a:ext cx="5522976" cy="9131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486400"/>
            <a:ext cx="52578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52342"/>
                </a:solidFill>
                <a:latin typeface="Calibri Light"/>
              </a:defRPr>
            </a:pPr>
            <a:r>
              <a:rPr dirty="0">
                <a:latin typeface="+mj-lt"/>
              </a:rPr>
              <a:t>Cost shift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rPr dirty="0"/>
              <a:t>Savings from not building Navigator can become headcount for integration teams maintaining BYOL graphs.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4300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t>Strategy, talking points &amp; 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243584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t>How to talk about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“We're not choosing UC or our internal services — we're integrating both.”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“UC governs the lakehouse; Navigator lets business users find and trust data everywhere.”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“BYOL helps lineage inside UC — it doesn't replace glossary, articles, or cross-platform search.”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“We maintain connectors once in OMS — not N custom BYOL pipelines per source.”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35024"/>
            <a:ext cx="5212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t>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27632"/>
            <a:ext cx="521208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Endorse dual-platform strategy: UC + OMS/Navigator for Alation exit (2027, likely one-year extension)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Charter UC → OMS integration (crawl, lineage, metric views)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Define System of Record (</a:t>
            </a:r>
            <a:r>
              <a:rPr dirty="0" err="1"/>
              <a:t>SoR</a:t>
            </a:r>
            <a:r>
              <a:rPr dirty="0"/>
              <a:t>) matrix — prevent dual-write on glossary &amp; ownership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rPr dirty="0"/>
              <a:t>• Track UC Glossary </a:t>
            </a:r>
            <a:r>
              <a:rPr lang="en-US" dirty="0"/>
              <a:t>&amp; integrate into agreed upon glossary process </a:t>
            </a:r>
            <a:r>
              <a:rPr dirty="0"/>
              <a:t>for ingestion into OMS — not a standalone UC-only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58887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Both platforms, one story: federated discovery and stewardship on internal services; governed execution on Databricks.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59705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152342"/>
                </a:solidFill>
                <a:latin typeface="Calibri Light"/>
              </a:defRPr>
            </a:pPr>
            <a:r>
              <a:rPr lang="en-US" dirty="0"/>
              <a:t>Proposed </a:t>
            </a:r>
            <a:r>
              <a:rPr dirty="0"/>
              <a:t>Integration playbook — service focus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745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Calibri"/>
              </a:defRPr>
            </a:pPr>
            <a:r>
              <a:t>Data Governance  |  July 2026  |  UC + Business Data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43584"/>
            <a:ext cx="2715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0E9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25877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949A"/>
                </a:solidFill>
                <a:latin typeface="Calibri"/>
              </a:defRPr>
            </a:pPr>
            <a:r>
              <a:t>UC focus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t>Table/column grants, row/column filters, native Databricks lineage, Metric Views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43584"/>
            <a:ext cx="2715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5848" y="1335024"/>
            <a:ext cx="25877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  <a:latin typeface="Calibri"/>
              </a:defRPr>
            </a:pPr>
            <a:r>
              <a:t>OMS focus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t>Federated asset graph, cross-source lineage stitch, business descriptions projection for Navigator business data 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43584"/>
            <a:ext cx="2715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156F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768" y="1335024"/>
            <a:ext cx="25877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6F4A"/>
                </a:solidFill>
                <a:latin typeface="Calibri"/>
              </a:defRPr>
            </a:pPr>
            <a:r>
              <a:t>Navigator focus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t>Glossary, articles, search UX, stewardship signals, bulk business metadata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243584"/>
            <a:ext cx="271576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33688" y="1335024"/>
            <a:ext cx="25877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Calibri"/>
              </a:defRPr>
            </a:pPr>
            <a:r>
              <a:t>Sync direction</a:t>
            </a:r>
          </a:p>
          <a:p>
            <a:pPr>
              <a:defRPr sz="1400" b="0">
                <a:solidFill>
                  <a:srgbClr val="334155"/>
                </a:solidFill>
                <a:latin typeface="Calibri"/>
              </a:defRPr>
            </a:pPr>
            <a:r>
              <a:t>UC → OMS (technical metadata, lineage, metrics); governance repo → OMS (classifications)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94176"/>
            <a:ext cx="11274552" cy="713232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67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Engineering charter: UC → OMS connector + reconciliation reports. Not a second catalog UI inside Databricks.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9704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Reconciliation: periodic diff reports (UC vs OMS asset counts, stale lineage)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Metric Views: expose in Navigator as governed KPI objects with link to UC definition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When UC Glossary reaches Generally Available (GA): ingest into OMS — one glossary UX, not two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94176"/>
            <a:ext cx="11274552" cy="713232"/>
          </a:xfrm>
          <a:prstGeom prst="roundRect">
            <a:avLst/>
          </a:prstGeom>
          <a:solidFill>
            <a:srgbClr val="E0E7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767328"/>
            <a:ext cx="109728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42"/>
                </a:solidFill>
                <a:latin typeface="Calibri Light"/>
              </a:defRPr>
            </a:pPr>
            <a:r>
              <a:t>Engineering charter: UC → OMS connector + reconciliation reports. Not a second catalog UI inside Databricks.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9704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Reconciliation: periodic diff reports (UC vs OMS asset counts, stale lineage)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Metric Views: expose in Navigator as governed KPI objects with link to UC definition</a:t>
            </a:r>
          </a:p>
          <a:p>
            <a:pPr>
              <a:spcBef>
                <a:spcPts val="200"/>
              </a:spcBef>
              <a:defRPr sz="1500">
                <a:solidFill>
                  <a:srgbClr val="334155"/>
                </a:solidFill>
                <a:latin typeface="Calibri"/>
              </a:defRPr>
            </a:pPr>
            <a:r>
              <a:t>• When UC Glossary reaches Generally Available (GA): ingest into OMS — one glossary UX, not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1510</Words>
  <Application>Microsoft Macintosh PowerPoint</Application>
  <PresentationFormat>Widescreen</PresentationFormat>
  <Paragraphs>152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Fong, Jonathan</cp:lastModifiedBy>
  <cp:revision>1</cp:revision>
  <dcterms:created xsi:type="dcterms:W3CDTF">2013-01-27T09:14:16Z</dcterms:created>
  <dcterms:modified xsi:type="dcterms:W3CDTF">2026-07-21T07:06:01Z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2026-07-20T21:17:20Z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686fab69-9930-4cdb-b2e2-5fc9ad73541b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50, 3, 0, 1</vt:lpwstr>
  </property>
</Properties>
</file>