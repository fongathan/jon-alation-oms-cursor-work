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13716000" cx="24384000"/>
  <p:notesSz cx="6858000" cy="9144000"/>
  <p:embeddedFontLst>
    <p:embeddedFont>
      <p:font typeface="Montserrat SemiBold"/>
      <p:regular r:id="rId12"/>
      <p:bold r:id="rId13"/>
      <p:italic r:id="rId14"/>
      <p:boldItalic r:id="rId15"/>
    </p:embeddedFont>
    <p:embeddedFont>
      <p:font typeface="Sora SemiBold"/>
      <p:regular r:id="rId16"/>
      <p:bold r:id="rId17"/>
    </p:embeddedFont>
    <p:embeddedFont>
      <p:font typeface="Space Mono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Montserrat Medium"/>
      <p:regular r:id="rId26"/>
      <p:bold r:id="rId27"/>
      <p:italic r:id="rId28"/>
      <p:boldItalic r:id="rId29"/>
    </p:embeddedFont>
    <p:embeddedFont>
      <p:font typeface="DM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iRZTQPvQajJzzn298CYnUOsBIm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MontserratSemiBold-regular.fntdata"/><Relationship Id="rId13" Type="http://schemas.openxmlformats.org/officeDocument/2006/relationships/font" Target="fonts/MontserratSemiBold-bold.fntdata"/><Relationship Id="rId14" Type="http://schemas.openxmlformats.org/officeDocument/2006/relationships/font" Target="fonts/MontserratSemiBold-italic.fntdata"/><Relationship Id="rId15" Type="http://schemas.openxmlformats.org/officeDocument/2006/relationships/font" Target="fonts/MontserratSemiBold-boldItalic.fntdata"/><Relationship Id="rId16" Type="http://schemas.openxmlformats.org/officeDocument/2006/relationships/font" Target="fonts/SoraSemiBold-regular.fntdata"/><Relationship Id="rId17" Type="http://schemas.openxmlformats.org/officeDocument/2006/relationships/font" Target="fonts/SoraSemiBold-bold.fntdata"/><Relationship Id="rId18" Type="http://schemas.openxmlformats.org/officeDocument/2006/relationships/font" Target="fonts/SpaceMono-regular.fntdata"/><Relationship Id="rId19" Type="http://schemas.openxmlformats.org/officeDocument/2006/relationships/font" Target="fonts/SpaceMono-bold.fntdata"/><Relationship Id="rId20" Type="http://schemas.openxmlformats.org/officeDocument/2006/relationships/font" Target="fonts/SpaceMono-italic.fntdata"/><Relationship Id="rId21" Type="http://schemas.openxmlformats.org/officeDocument/2006/relationships/font" Target="fonts/SpaceMono-boldItalic.fntdata"/><Relationship Id="rId22" Type="http://schemas.openxmlformats.org/officeDocument/2006/relationships/font" Target="fonts/Montserrat-regular.fntdata"/><Relationship Id="rId23" Type="http://schemas.openxmlformats.org/officeDocument/2006/relationships/font" Target="fonts/Montserrat-bold.fntdata"/><Relationship Id="rId24" Type="http://schemas.openxmlformats.org/officeDocument/2006/relationships/font" Target="fonts/Montserrat-italic.fntdata"/><Relationship Id="rId25" Type="http://schemas.openxmlformats.org/officeDocument/2006/relationships/font" Target="fonts/Montserrat-boldItalic.fntdata"/><Relationship Id="rId26" Type="http://schemas.openxmlformats.org/officeDocument/2006/relationships/font" Target="fonts/MontserratMedium-regular.fntdata"/><Relationship Id="rId27" Type="http://schemas.openxmlformats.org/officeDocument/2006/relationships/font" Target="fonts/MontserratMedium-bold.fntdata"/><Relationship Id="rId28" Type="http://schemas.openxmlformats.org/officeDocument/2006/relationships/font" Target="fonts/MontserratMedium-italic.fntdata"/><Relationship Id="rId29" Type="http://schemas.openxmlformats.org/officeDocument/2006/relationships/font" Target="fonts/MontserratMedium-boldItalic.fntdata"/><Relationship Id="rId30" Type="http://schemas.openxmlformats.org/officeDocument/2006/relationships/font" Target="fonts/DMSans-regular.fntdata"/><Relationship Id="rId31" Type="http://schemas.openxmlformats.org/officeDocument/2006/relationships/font" Target="fonts/DMSans-bold.fntdata"/><Relationship Id="rId32" Type="http://schemas.openxmlformats.org/officeDocument/2006/relationships/font" Target="fonts/DMSans-italic.fntdata"/><Relationship Id="rId33" Type="http://schemas.openxmlformats.org/officeDocument/2006/relationships/font" Target="fonts/DMSans-boldItalic.fntdata"/><Relationship Id="rId3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fb00602a55_0_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700">
                <a:solidFill>
                  <a:srgbClr val="0070C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Jill</a:t>
            </a:r>
            <a:endParaRPr sz="1700">
              <a:solidFill>
                <a:srgbClr val="0070C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04" name="Google Shape;404;g3fb00602a55_0_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a1797bfc0_0_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00">
              <a:solidFill>
                <a:srgbClr val="0070C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10" name="Google Shape;410;g3fa1797bfc0_0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fb7e0f5d0c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00">
              <a:solidFill>
                <a:srgbClr val="0070C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37" name="Google Shape;437;g3fb7e0f5d0c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fb28ed6de4_0_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700">
                <a:solidFill>
                  <a:srgbClr val="0070C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Jill</a:t>
            </a:r>
            <a:endParaRPr sz="1700">
              <a:solidFill>
                <a:srgbClr val="0070C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64" name="Google Shape;464;g3fb28ed6de4_0_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fa1797bfc0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00">
              <a:solidFill>
                <a:srgbClr val="0070C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0" name="Google Shape;470;g3fa1797bfc0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fb28ed6de4_0_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700">
                <a:solidFill>
                  <a:srgbClr val="0070C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Jill</a:t>
            </a:r>
            <a:endParaRPr sz="1700">
              <a:solidFill>
                <a:srgbClr val="0070C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97" name="Google Shape;497;g3fb28ed6de4_0_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fa1797bfc0_0_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700">
              <a:solidFill>
                <a:srgbClr val="0070C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03" name="Google Shape;503;g3fa1797bfc0_0_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Large Copy" showMasterSp="0">
  <p:cSld name="Title and Large Copy">
    <p:bg>
      <p:bgPr>
        <a:solidFill>
          <a:srgbClr val="1E1E1E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9"/>
          <p:cNvSpPr txBox="1"/>
          <p:nvPr>
            <p:ph type="title"/>
          </p:nvPr>
        </p:nvSpPr>
        <p:spPr>
          <a:xfrm>
            <a:off x="635000" y="952500"/>
            <a:ext cx="15240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139"/>
          <p:cNvSpPr txBox="1"/>
          <p:nvPr>
            <p:ph idx="1" type="body"/>
          </p:nvPr>
        </p:nvSpPr>
        <p:spPr>
          <a:xfrm>
            <a:off x="635000" y="2222500"/>
            <a:ext cx="13970100" cy="9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venir"/>
              <a:buNone/>
              <a:defRPr sz="3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" name="Google Shape;14;p139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39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16" name="Google Shape;16;p139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e Liner" showMasterSp="0">
  <p:cSld name="TITLE_3">
    <p:bg>
      <p:bgPr>
        <a:solidFill>
          <a:srgbClr val="1E1E1E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50"/>
          <p:cNvSpPr txBox="1"/>
          <p:nvPr>
            <p:ph type="title"/>
          </p:nvPr>
        </p:nvSpPr>
        <p:spPr>
          <a:xfrm>
            <a:off x="609600" y="6648271"/>
            <a:ext cx="23113500" cy="13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500"/>
              <a:buFont typeface="Sora SemiBold"/>
              <a:buNone/>
              <a:defRPr b="0" sz="8500">
                <a:solidFill>
                  <a:schemeClr val="lt1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150"/>
          <p:cNvSpPr txBox="1"/>
          <p:nvPr>
            <p:ph idx="1" type="subTitle"/>
          </p:nvPr>
        </p:nvSpPr>
        <p:spPr>
          <a:xfrm>
            <a:off x="609600" y="8383077"/>
            <a:ext cx="21360900" cy="9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Space Mono"/>
              <a:buNone/>
              <a:defRPr>
                <a:solidFill>
                  <a:schemeClr val="accent1"/>
                </a:solidFill>
                <a:latin typeface="Space Mono"/>
                <a:ea typeface="Space Mono"/>
                <a:cs typeface="Space Mono"/>
                <a:sym typeface="Space Mono"/>
              </a:defRPr>
            </a:lvl1pPr>
            <a:lvl2pPr lvl="1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5300"/>
              <a:buNone/>
              <a:defRPr sz="5300">
                <a:solidFill>
                  <a:schemeClr val="accent1"/>
                </a:solidFill>
              </a:defRPr>
            </a:lvl2pPr>
            <a:lvl3pPr lvl="2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5300"/>
              <a:buNone/>
              <a:defRPr sz="5300">
                <a:solidFill>
                  <a:schemeClr val="accent1"/>
                </a:solidFill>
              </a:defRPr>
            </a:lvl3pPr>
            <a:lvl4pPr lvl="3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5300"/>
              <a:buNone/>
              <a:defRPr sz="5300">
                <a:solidFill>
                  <a:schemeClr val="accent1"/>
                </a:solidFill>
              </a:defRPr>
            </a:lvl4pPr>
            <a:lvl5pPr lvl="4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5300"/>
              <a:buNone/>
              <a:defRPr sz="5300">
                <a:solidFill>
                  <a:schemeClr val="accent1"/>
                </a:solidFill>
              </a:defRPr>
            </a:lvl5pPr>
            <a:lvl6pPr lvl="5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5300"/>
              <a:buNone/>
              <a:defRPr sz="5300">
                <a:solidFill>
                  <a:schemeClr val="accent1"/>
                </a:solidFill>
              </a:defRPr>
            </a:lvl6pPr>
            <a:lvl7pPr lvl="6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5300"/>
              <a:buNone/>
              <a:defRPr sz="5300">
                <a:solidFill>
                  <a:schemeClr val="accent1"/>
                </a:solidFill>
              </a:defRPr>
            </a:lvl7pPr>
            <a:lvl8pPr lvl="7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5300"/>
              <a:buNone/>
              <a:defRPr sz="5300">
                <a:solidFill>
                  <a:schemeClr val="accent1"/>
                </a:solidFill>
              </a:defRPr>
            </a:lvl8pPr>
            <a:lvl9pPr lvl="8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5300"/>
              <a:buNone/>
              <a:defRPr sz="53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" name="Google Shape;21;p150"/>
          <p:cNvSpPr txBox="1"/>
          <p:nvPr>
            <p:ph idx="12" type="sldNum"/>
          </p:nvPr>
        </p:nvSpPr>
        <p:spPr>
          <a:xfrm>
            <a:off x="22818090" y="12666269"/>
            <a:ext cx="14631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35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35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35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35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35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35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35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35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3500" u="none" cap="none" strike="noStrike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150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" name="Google Shape;23;p150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24" name="Google Shape;24;p150"/>
          <p:cNvSpPr txBox="1"/>
          <p:nvPr>
            <p:ph idx="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Fantasy Blue One-Line Center" showMasterSp="0" type="title">
  <p:cSld name="TITLE">
    <p:bg>
      <p:bgPr>
        <a:solidFill>
          <a:srgbClr val="1E1E1E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5"/>
          <p:cNvSpPr txBox="1"/>
          <p:nvPr>
            <p:ph idx="1" type="body"/>
          </p:nvPr>
        </p:nvSpPr>
        <p:spPr>
          <a:xfrm>
            <a:off x="635000" y="7924800"/>
            <a:ext cx="23114100" cy="4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 Medium"/>
              <a:buNone/>
              <a:defRPr sz="4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 Medium"/>
              <a:buNone/>
              <a:defRPr sz="4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 Medium"/>
              <a:buNone/>
              <a:defRPr sz="4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 Medium"/>
              <a:buNone/>
              <a:defRPr sz="4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Montserrat Medium"/>
              <a:buNone/>
              <a:defRPr sz="48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7" name="Google Shape;27;p245"/>
          <p:cNvSpPr txBox="1"/>
          <p:nvPr>
            <p:ph type="title"/>
          </p:nvPr>
        </p:nvSpPr>
        <p:spPr>
          <a:xfrm>
            <a:off x="635000" y="5956300"/>
            <a:ext cx="23114100" cy="20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11600"/>
              <a:buFont typeface="Montserrat"/>
              <a:buNone/>
              <a:defRPr sz="11600">
                <a:solidFill>
                  <a:srgbClr val="FDFFFC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debar" showMasterSp="0" type="tx">
  <p:cSld name="TITLE_AND_BODY">
    <p:bg>
      <p:bgPr>
        <a:solidFill>
          <a:srgbClr val="1E1E1E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6"/>
          <p:cNvSpPr/>
          <p:nvPr/>
        </p:nvSpPr>
        <p:spPr>
          <a:xfrm>
            <a:off x="7939378" y="-1960"/>
            <a:ext cx="16444500" cy="13719900"/>
          </a:xfrm>
          <a:prstGeom prst="rect">
            <a:avLst/>
          </a:prstGeom>
          <a:solidFill>
            <a:srgbClr val="FDFFFC"/>
          </a:solidFill>
          <a:ln>
            <a:noFill/>
          </a:ln>
          <a:effectLst>
            <a:outerShdw blurRad="368300" rotWithShape="0" dir="5400000" dist="136853">
              <a:srgbClr val="000000">
                <a:alpha val="8235"/>
              </a:srgbClr>
            </a:outerShdw>
          </a:effectLst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2400"/>
              <a:buFont typeface="Avenir"/>
              <a:buNone/>
            </a:pPr>
            <a:r>
              <a:t/>
            </a:r>
            <a:endParaRPr b="0" i="0" sz="2400" u="none" cap="none" strike="noStrik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0" name="Google Shape;30;p246"/>
          <p:cNvSpPr txBox="1"/>
          <p:nvPr>
            <p:ph idx="1" type="body"/>
          </p:nvPr>
        </p:nvSpPr>
        <p:spPr>
          <a:xfrm>
            <a:off x="635000" y="3490734"/>
            <a:ext cx="6667500" cy="87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6576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160"/>
              <a:buChar char="•"/>
              <a:defRPr>
                <a:solidFill>
                  <a:schemeClr val="accent1"/>
                </a:solidFill>
              </a:defRPr>
            </a:lvl1pPr>
            <a:lvl2pPr indent="-369189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14"/>
              <a:buChar char="•"/>
              <a:defRPr>
                <a:solidFill>
                  <a:schemeClr val="accent1"/>
                </a:solidFill>
              </a:defRPr>
            </a:lvl2pPr>
            <a:lvl3pPr indent="-369189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14"/>
              <a:buChar char="•"/>
              <a:defRPr>
                <a:solidFill>
                  <a:schemeClr val="accent1"/>
                </a:solidFill>
              </a:defRPr>
            </a:lvl3pPr>
            <a:lvl4pPr indent="-369189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14"/>
              <a:buChar char="•"/>
              <a:defRPr>
                <a:solidFill>
                  <a:schemeClr val="accent1"/>
                </a:solidFill>
              </a:defRPr>
            </a:lvl4pPr>
            <a:lvl5pPr indent="-369189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14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" name="Google Shape;31;p246"/>
          <p:cNvSpPr txBox="1"/>
          <p:nvPr>
            <p:ph idx="2" type="body"/>
          </p:nvPr>
        </p:nvSpPr>
        <p:spPr>
          <a:xfrm>
            <a:off x="635000" y="1902968"/>
            <a:ext cx="6667500" cy="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2" name="Google Shape;32;p246"/>
          <p:cNvSpPr txBox="1"/>
          <p:nvPr>
            <p:ph type="title"/>
          </p:nvPr>
        </p:nvSpPr>
        <p:spPr>
          <a:xfrm>
            <a:off x="635000" y="952500"/>
            <a:ext cx="66684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33" name="Google Shape;33;p246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" name="Google Shape;34;p246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35" name="Google Shape;35;p246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Fantasy Blue  One-Line" showMasterSp="0">
  <p:cSld name="Title - Fantasy Blue  One-Line">
    <p:bg>
      <p:bgPr>
        <a:solidFill>
          <a:srgbClr val="1E1E1E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7"/>
          <p:cNvSpPr txBox="1"/>
          <p:nvPr>
            <p:ph type="title"/>
          </p:nvPr>
        </p:nvSpPr>
        <p:spPr>
          <a:xfrm>
            <a:off x="633981" y="5949982"/>
            <a:ext cx="23114100" cy="20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11600"/>
              <a:buFont typeface="Avenir"/>
              <a:buNone/>
              <a:defRPr sz="11600">
                <a:solidFill>
                  <a:srgbClr val="FDFFFC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38" name="Google Shape;38;p247"/>
          <p:cNvSpPr txBox="1"/>
          <p:nvPr>
            <p:ph idx="1" type="body"/>
          </p:nvPr>
        </p:nvSpPr>
        <p:spPr>
          <a:xfrm>
            <a:off x="635000" y="7925327"/>
            <a:ext cx="23114100" cy="4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4800"/>
              <a:buFont typeface="Montserrat Medium"/>
              <a:buNone/>
              <a:defRPr sz="4800">
                <a:solidFill>
                  <a:srgbClr val="FDFFFC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4800"/>
              <a:buFont typeface="Montserrat Medium"/>
              <a:buNone/>
              <a:defRPr sz="4800">
                <a:solidFill>
                  <a:srgbClr val="FDFFFC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4800"/>
              <a:buFont typeface="Montserrat Medium"/>
              <a:buNone/>
              <a:defRPr sz="4800">
                <a:solidFill>
                  <a:srgbClr val="FDFFFC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4800"/>
              <a:buFont typeface="Montserrat Medium"/>
              <a:buNone/>
              <a:defRPr sz="4800">
                <a:solidFill>
                  <a:srgbClr val="FDFFFC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4800"/>
              <a:buFont typeface="Montserrat Medium"/>
              <a:buNone/>
              <a:defRPr sz="4800">
                <a:solidFill>
                  <a:srgbClr val="FDFFFC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Fantasy Blue" showMasterSp="0">
  <p:cSld name="Section Title Fantasy Blue">
    <p:bg>
      <p:bgPr>
        <a:solidFill>
          <a:srgbClr val="1E1E1E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48"/>
          <p:cNvSpPr txBox="1"/>
          <p:nvPr>
            <p:ph type="title"/>
          </p:nvPr>
        </p:nvSpPr>
        <p:spPr>
          <a:xfrm>
            <a:off x="635000" y="4635500"/>
            <a:ext cx="23114100" cy="44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600"/>
              <a:buFont typeface="Avenir"/>
              <a:buNone/>
              <a:defRPr sz="11600">
                <a:solidFill>
                  <a:schemeClr val="dk1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248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" name="Google Shape;42;p248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43" name="Google Shape;43;p248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 showMasterSp="0">
  <p:cSld name="Agenda">
    <p:bg>
      <p:bgPr>
        <a:solidFill>
          <a:srgbClr val="1E1E1E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9"/>
          <p:cNvSpPr/>
          <p:nvPr>
            <p:ph idx="2" type="pic"/>
          </p:nvPr>
        </p:nvSpPr>
        <p:spPr>
          <a:xfrm>
            <a:off x="16379031" y="-5095"/>
            <a:ext cx="8005200" cy="137262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249"/>
          <p:cNvSpPr txBox="1"/>
          <p:nvPr>
            <p:ph type="title"/>
          </p:nvPr>
        </p:nvSpPr>
        <p:spPr>
          <a:xfrm>
            <a:off x="635000" y="947110"/>
            <a:ext cx="15240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47" name="Google Shape;47;p249"/>
          <p:cNvSpPr txBox="1"/>
          <p:nvPr>
            <p:ph idx="1" type="body"/>
          </p:nvPr>
        </p:nvSpPr>
        <p:spPr>
          <a:xfrm>
            <a:off x="635000" y="1905000"/>
            <a:ext cx="15240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48" name="Google Shape;48;p249"/>
          <p:cNvSpPr txBox="1"/>
          <p:nvPr>
            <p:ph idx="3" type="body"/>
          </p:nvPr>
        </p:nvSpPr>
        <p:spPr>
          <a:xfrm>
            <a:off x="635000" y="3491913"/>
            <a:ext cx="15240000" cy="87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9" name="Google Shape;49;p249"/>
          <p:cNvSpPr txBox="1"/>
          <p:nvPr/>
        </p:nvSpPr>
        <p:spPr>
          <a:xfrm>
            <a:off x="134250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" name="Google Shape;50;p249"/>
          <p:cNvCxnSpPr/>
          <p:nvPr/>
        </p:nvCxnSpPr>
        <p:spPr>
          <a:xfrm rot="10800000">
            <a:off x="154630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51" name="Google Shape;51;p249"/>
          <p:cNvSpPr txBox="1"/>
          <p:nvPr>
            <p:ph idx="12" type="sldNum"/>
          </p:nvPr>
        </p:nvSpPr>
        <p:spPr>
          <a:xfrm>
            <a:off x="155347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alf Quote" showMasterSp="0">
  <p:cSld name="Half Quote">
    <p:bg>
      <p:bgPr>
        <a:solidFill>
          <a:srgbClr val="1E1E1E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0"/>
          <p:cNvSpPr txBox="1"/>
          <p:nvPr>
            <p:ph idx="1" type="body"/>
          </p:nvPr>
        </p:nvSpPr>
        <p:spPr>
          <a:xfrm>
            <a:off x="635000" y="1905000"/>
            <a:ext cx="10557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4" name="Google Shape;54;p250"/>
          <p:cNvSpPr txBox="1"/>
          <p:nvPr>
            <p:ph type="title"/>
          </p:nvPr>
        </p:nvSpPr>
        <p:spPr>
          <a:xfrm>
            <a:off x="635000" y="952500"/>
            <a:ext cx="10557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55" name="Google Shape;55;p250"/>
          <p:cNvSpPr txBox="1"/>
          <p:nvPr>
            <p:ph idx="2" type="body"/>
          </p:nvPr>
        </p:nvSpPr>
        <p:spPr>
          <a:xfrm>
            <a:off x="635000" y="3416300"/>
            <a:ext cx="10557900" cy="87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4196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3360"/>
              <a:buChar char="•"/>
              <a:defRPr/>
            </a:lvl1pPr>
            <a:lvl2pPr indent="-447294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3444"/>
              <a:buChar char="•"/>
              <a:defRPr/>
            </a:lvl2pPr>
            <a:lvl3pPr indent="-447294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3444"/>
              <a:buChar char="•"/>
              <a:defRPr/>
            </a:lvl3pPr>
            <a:lvl4pPr indent="-447294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3444"/>
              <a:buChar char="•"/>
              <a:defRPr/>
            </a:lvl4pPr>
            <a:lvl5pPr indent="-447294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3444"/>
              <a:buChar char="•"/>
              <a:defRPr/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9pPr>
          </a:lstStyle>
          <a:p/>
        </p:txBody>
      </p:sp>
      <p:sp>
        <p:nvSpPr>
          <p:cNvPr id="56" name="Google Shape;56;p250"/>
          <p:cNvSpPr txBox="1"/>
          <p:nvPr>
            <p:ph idx="3" type="body"/>
          </p:nvPr>
        </p:nvSpPr>
        <p:spPr>
          <a:xfrm>
            <a:off x="13239063" y="1451431"/>
            <a:ext cx="10039200" cy="108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B58"/>
              </a:buClr>
              <a:buSzPts val="4800"/>
              <a:buFont typeface="Montserrat Medium"/>
              <a:buNone/>
              <a:defRPr sz="480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B58"/>
              </a:buClr>
              <a:buSzPts val="4800"/>
              <a:buFont typeface="Montserrat Medium"/>
              <a:buNone/>
              <a:defRPr sz="480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B58"/>
              </a:buClr>
              <a:buSzPts val="4800"/>
              <a:buFont typeface="Montserrat Medium"/>
              <a:buNone/>
              <a:defRPr sz="480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B58"/>
              </a:buClr>
              <a:buSzPts val="4800"/>
              <a:buFont typeface="Montserrat Medium"/>
              <a:buNone/>
              <a:defRPr sz="480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4B58"/>
              </a:buClr>
              <a:buSzPts val="4800"/>
              <a:buFont typeface="Montserrat Medium"/>
              <a:buNone/>
              <a:defRPr sz="480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ctr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4800"/>
              <a:buFont typeface="Montserrat Medium"/>
              <a:buNone/>
              <a:defRPr sz="4800"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ctr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4800"/>
              <a:buFont typeface="Montserrat Medium"/>
              <a:buNone/>
              <a:defRPr sz="4800"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ctr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4800"/>
              <a:buFont typeface="Montserrat Medium"/>
              <a:buNone/>
              <a:defRPr sz="4800"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ctr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4800"/>
              <a:buFont typeface="Montserrat Medium"/>
              <a:buNone/>
              <a:defRPr sz="4800"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57" name="Google Shape;57;p250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" name="Google Shape;58;p250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59" name="Google Shape;59;p250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 showMasterSp="0">
  <p:cSld name="Title &amp; Bullets">
    <p:bg>
      <p:bgPr>
        <a:solidFill>
          <a:srgbClr val="1E1E1E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51"/>
          <p:cNvSpPr txBox="1"/>
          <p:nvPr>
            <p:ph type="title"/>
          </p:nvPr>
        </p:nvSpPr>
        <p:spPr>
          <a:xfrm>
            <a:off x="635000" y="952500"/>
            <a:ext cx="15240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62" name="Google Shape;62;p251"/>
          <p:cNvSpPr txBox="1"/>
          <p:nvPr>
            <p:ph idx="1" type="body"/>
          </p:nvPr>
        </p:nvSpPr>
        <p:spPr>
          <a:xfrm>
            <a:off x="635000" y="1905000"/>
            <a:ext cx="15240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63" name="Google Shape;63;p251"/>
          <p:cNvSpPr txBox="1"/>
          <p:nvPr>
            <p:ph idx="2" type="body"/>
          </p:nvPr>
        </p:nvSpPr>
        <p:spPr>
          <a:xfrm>
            <a:off x="635000" y="3486504"/>
            <a:ext cx="14630400" cy="9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64" name="Google Shape;64;p251"/>
          <p:cNvSpPr txBox="1"/>
          <p:nvPr/>
        </p:nvSpPr>
        <p:spPr>
          <a:xfrm>
            <a:off x="22097645" y="12500788"/>
            <a:ext cx="16581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314285"/>
              </a:lnSpc>
              <a:spcBef>
                <a:spcPts val="0"/>
              </a:spcBef>
              <a:spcAft>
                <a:spcPts val="0"/>
              </a:spcAft>
              <a:buClr>
                <a:srgbClr val="64788C"/>
              </a:buClr>
              <a:buSzPts val="1400"/>
              <a:buFont typeface="Avenir"/>
              <a:buNone/>
            </a:pPr>
            <a:r>
              <a:rPr b="0" i="0" lang="en-US" sz="1400" u="none" cap="none" strike="noStrike">
                <a:solidFill>
                  <a:srgbClr val="64788C"/>
                </a:solidFill>
                <a:latin typeface="Avenir"/>
                <a:ea typeface="Avenir"/>
                <a:cs typeface="Avenir"/>
                <a:sym typeface="Avenir"/>
              </a:rPr>
              <a:t>Internal Use Only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51"/>
          <p:cNvSpPr/>
          <p:nvPr>
            <p:ph idx="3" type="pic"/>
          </p:nvPr>
        </p:nvSpPr>
        <p:spPr>
          <a:xfrm>
            <a:off x="16378834" y="-5095"/>
            <a:ext cx="8005200" cy="137262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251"/>
          <p:cNvSpPr txBox="1"/>
          <p:nvPr/>
        </p:nvSpPr>
        <p:spPr>
          <a:xfrm>
            <a:off x="134250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" name="Google Shape;67;p251"/>
          <p:cNvCxnSpPr/>
          <p:nvPr/>
        </p:nvCxnSpPr>
        <p:spPr>
          <a:xfrm rot="10800000">
            <a:off x="154630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68" name="Google Shape;68;p251"/>
          <p:cNvSpPr txBox="1"/>
          <p:nvPr>
            <p:ph idx="12" type="sldNum"/>
          </p:nvPr>
        </p:nvSpPr>
        <p:spPr>
          <a:xfrm>
            <a:off x="155347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- 2 Column" showMasterSp="0">
  <p:cSld name="Title &amp; Bullets - 2 Column">
    <p:bg>
      <p:bgPr>
        <a:solidFill>
          <a:srgbClr val="1E1E1E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52"/>
          <p:cNvSpPr txBox="1"/>
          <p:nvPr>
            <p:ph type="title"/>
          </p:nvPr>
        </p:nvSpPr>
        <p:spPr>
          <a:xfrm>
            <a:off x="635000" y="952500"/>
            <a:ext cx="22733100" cy="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71" name="Google Shape;71;p252"/>
          <p:cNvSpPr txBox="1"/>
          <p:nvPr>
            <p:ph idx="1" type="body"/>
          </p:nvPr>
        </p:nvSpPr>
        <p:spPr>
          <a:xfrm>
            <a:off x="635000" y="1905000"/>
            <a:ext cx="22733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72" name="Google Shape;72;p252"/>
          <p:cNvSpPr txBox="1"/>
          <p:nvPr>
            <p:ph idx="2" type="body"/>
          </p:nvPr>
        </p:nvSpPr>
        <p:spPr>
          <a:xfrm>
            <a:off x="635000" y="3492500"/>
            <a:ext cx="11242800" cy="87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3" name="Google Shape;73;p252"/>
          <p:cNvSpPr txBox="1"/>
          <p:nvPr>
            <p:ph idx="3" type="body"/>
          </p:nvPr>
        </p:nvSpPr>
        <p:spPr>
          <a:xfrm>
            <a:off x="12511239" y="3492500"/>
            <a:ext cx="11239500" cy="87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74" name="Google Shape;74;p252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p252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76" name="Google Shape;76;p252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Paragraph @ Top" showMasterSp="0">
  <p:cSld name="Title &amp; Paragraph @ Top">
    <p:bg>
      <p:bgPr>
        <a:solidFill>
          <a:srgbClr val="1E1E1E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53"/>
          <p:cNvSpPr txBox="1"/>
          <p:nvPr>
            <p:ph type="title"/>
          </p:nvPr>
        </p:nvSpPr>
        <p:spPr>
          <a:xfrm>
            <a:off x="635000" y="952500"/>
            <a:ext cx="22733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79" name="Google Shape;79;p253"/>
          <p:cNvSpPr txBox="1"/>
          <p:nvPr>
            <p:ph idx="1" type="body"/>
          </p:nvPr>
        </p:nvSpPr>
        <p:spPr>
          <a:xfrm>
            <a:off x="635000" y="1905000"/>
            <a:ext cx="227322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80" name="Google Shape;80;p253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" name="Google Shape;81;p253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82" name="Google Shape;82;p253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bg>
      <p:bgPr>
        <a:solidFill>
          <a:srgbClr val="1E1E1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54"/>
          <p:cNvSpPr txBox="1"/>
          <p:nvPr>
            <p:ph type="title"/>
          </p:nvPr>
        </p:nvSpPr>
        <p:spPr>
          <a:xfrm>
            <a:off x="635000" y="9525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85" name="Google Shape;85;p254"/>
          <p:cNvSpPr txBox="1"/>
          <p:nvPr>
            <p:ph idx="1" type="body"/>
          </p:nvPr>
        </p:nvSpPr>
        <p:spPr>
          <a:xfrm>
            <a:off x="635000" y="19050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86" name="Google Shape;86;p254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1/3 Containers" showMasterSp="0">
  <p:cSld name="Title &amp; 1/3 Containers">
    <p:bg>
      <p:bgPr>
        <a:solidFill>
          <a:srgbClr val="1E1E1E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55"/>
          <p:cNvSpPr txBox="1"/>
          <p:nvPr>
            <p:ph type="title"/>
          </p:nvPr>
        </p:nvSpPr>
        <p:spPr>
          <a:xfrm>
            <a:off x="635000" y="9525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89" name="Google Shape;89;p255"/>
          <p:cNvSpPr txBox="1"/>
          <p:nvPr>
            <p:ph idx="1" type="body"/>
          </p:nvPr>
        </p:nvSpPr>
        <p:spPr>
          <a:xfrm>
            <a:off x="635000" y="1905000"/>
            <a:ext cx="23114100" cy="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90" name="Google Shape;90;p255"/>
          <p:cNvSpPr/>
          <p:nvPr>
            <p:ph idx="2" type="body"/>
          </p:nvPr>
        </p:nvSpPr>
        <p:spPr>
          <a:xfrm>
            <a:off x="635000" y="3488719"/>
            <a:ext cx="7305900" cy="8574900"/>
          </a:xfrm>
          <a:prstGeom prst="roundRect">
            <a:avLst>
              <a:gd fmla="val 2696" name="adj"/>
            </a:avLst>
          </a:prstGeom>
          <a:solidFill>
            <a:srgbClr val="151B2E"/>
          </a:solidFill>
          <a:ln>
            <a:noFill/>
          </a:ln>
        </p:spPr>
        <p:txBody>
          <a:bodyPr anchorCtr="0" anchor="t" bIns="406400" lIns="406400" spcFirstLastPara="1" rIns="406400" wrap="square" tIns="4064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1" name="Google Shape;91;p255"/>
          <p:cNvSpPr/>
          <p:nvPr>
            <p:ph idx="3" type="body"/>
          </p:nvPr>
        </p:nvSpPr>
        <p:spPr>
          <a:xfrm>
            <a:off x="8539094" y="3488719"/>
            <a:ext cx="7305900" cy="8574900"/>
          </a:xfrm>
          <a:prstGeom prst="roundRect">
            <a:avLst>
              <a:gd fmla="val 2696" name="adj"/>
            </a:avLst>
          </a:prstGeom>
          <a:solidFill>
            <a:srgbClr val="151B2E"/>
          </a:solidFill>
          <a:ln>
            <a:noFill/>
          </a:ln>
        </p:spPr>
        <p:txBody>
          <a:bodyPr anchorCtr="0" anchor="t" bIns="406400" lIns="406400" spcFirstLastPara="1" rIns="406400" wrap="square" tIns="4064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2" name="Google Shape;92;p255"/>
          <p:cNvSpPr/>
          <p:nvPr>
            <p:ph idx="4" type="body"/>
          </p:nvPr>
        </p:nvSpPr>
        <p:spPr>
          <a:xfrm>
            <a:off x="16443188" y="3488719"/>
            <a:ext cx="7305900" cy="8574900"/>
          </a:xfrm>
          <a:prstGeom prst="roundRect">
            <a:avLst>
              <a:gd fmla="val 2696" name="adj"/>
            </a:avLst>
          </a:prstGeom>
          <a:solidFill>
            <a:srgbClr val="151B2E"/>
          </a:solidFill>
          <a:ln>
            <a:noFill/>
          </a:ln>
        </p:spPr>
        <p:txBody>
          <a:bodyPr anchorCtr="0" anchor="t" bIns="406400" lIns="406400" spcFirstLastPara="1" rIns="406400" wrap="square" tIns="4064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3" name="Google Shape;93;p255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p255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95" name="Google Shape;95;p255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1/3 Lines" showMasterSp="0">
  <p:cSld name="Title &amp; 1/3 Lines">
    <p:bg>
      <p:bgPr>
        <a:solidFill>
          <a:srgbClr val="1E1E1E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6"/>
          <p:cNvSpPr txBox="1"/>
          <p:nvPr>
            <p:ph idx="1" type="body"/>
          </p:nvPr>
        </p:nvSpPr>
        <p:spPr>
          <a:xfrm>
            <a:off x="636655" y="3489989"/>
            <a:ext cx="7302600" cy="85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98" name="Google Shape;98;p256"/>
          <p:cNvSpPr txBox="1"/>
          <p:nvPr>
            <p:ph type="title"/>
          </p:nvPr>
        </p:nvSpPr>
        <p:spPr>
          <a:xfrm>
            <a:off x="635000" y="9525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99" name="Google Shape;99;p256"/>
          <p:cNvSpPr txBox="1"/>
          <p:nvPr>
            <p:ph idx="2" type="body"/>
          </p:nvPr>
        </p:nvSpPr>
        <p:spPr>
          <a:xfrm>
            <a:off x="635000" y="1905000"/>
            <a:ext cx="23114100" cy="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cxnSp>
        <p:nvCxnSpPr>
          <p:cNvPr id="100" name="Google Shape;100;p256"/>
          <p:cNvCxnSpPr/>
          <p:nvPr/>
        </p:nvCxnSpPr>
        <p:spPr>
          <a:xfrm rot="10800000">
            <a:off x="8231279" y="3489570"/>
            <a:ext cx="0" cy="8573400"/>
          </a:xfrm>
          <a:prstGeom prst="straightConnector1">
            <a:avLst/>
          </a:prstGeom>
          <a:noFill/>
          <a:ln cap="flat" cmpd="sng" w="25400">
            <a:solidFill>
              <a:srgbClr val="E9EEF5"/>
            </a:solidFill>
            <a:prstDash val="solid"/>
            <a:miter lim="40"/>
            <a:headEnd len="sm" w="sm" type="none"/>
            <a:tailEnd len="sm" w="sm" type="none"/>
          </a:ln>
        </p:spPr>
      </p:cxnSp>
      <p:cxnSp>
        <p:nvCxnSpPr>
          <p:cNvPr id="101" name="Google Shape;101;p256"/>
          <p:cNvCxnSpPr/>
          <p:nvPr/>
        </p:nvCxnSpPr>
        <p:spPr>
          <a:xfrm rot="10800000">
            <a:off x="16150936" y="3489570"/>
            <a:ext cx="0" cy="8573400"/>
          </a:xfrm>
          <a:prstGeom prst="straightConnector1">
            <a:avLst/>
          </a:prstGeom>
          <a:noFill/>
          <a:ln cap="flat" cmpd="sng" w="25400">
            <a:solidFill>
              <a:srgbClr val="E9EEF5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102" name="Google Shape;102;p256"/>
          <p:cNvSpPr txBox="1"/>
          <p:nvPr>
            <p:ph idx="3" type="body"/>
          </p:nvPr>
        </p:nvSpPr>
        <p:spPr>
          <a:xfrm>
            <a:off x="8540750" y="3489989"/>
            <a:ext cx="7302600" cy="85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3" name="Google Shape;103;p256"/>
          <p:cNvSpPr txBox="1"/>
          <p:nvPr>
            <p:ph idx="4" type="body"/>
          </p:nvPr>
        </p:nvSpPr>
        <p:spPr>
          <a:xfrm>
            <a:off x="16444844" y="3489989"/>
            <a:ext cx="7302600" cy="85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04" name="Google Shape;104;p256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5" name="Google Shape;105;p256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106" name="Google Shape;106;p256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1/2 Container" showMasterSp="0">
  <p:cSld name="Title &amp; 1/2 Container">
    <p:bg>
      <p:bgPr>
        <a:solidFill>
          <a:srgbClr val="1E1E1E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57"/>
          <p:cNvSpPr txBox="1"/>
          <p:nvPr>
            <p:ph type="title"/>
          </p:nvPr>
        </p:nvSpPr>
        <p:spPr>
          <a:xfrm>
            <a:off x="635000" y="9525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109" name="Google Shape;109;p257"/>
          <p:cNvSpPr txBox="1"/>
          <p:nvPr>
            <p:ph idx="1" type="body"/>
          </p:nvPr>
        </p:nvSpPr>
        <p:spPr>
          <a:xfrm>
            <a:off x="635000" y="1905000"/>
            <a:ext cx="23114100" cy="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10" name="Google Shape;110;p257"/>
          <p:cNvSpPr/>
          <p:nvPr>
            <p:ph idx="2" type="body"/>
          </p:nvPr>
        </p:nvSpPr>
        <p:spPr>
          <a:xfrm>
            <a:off x="635000" y="3492500"/>
            <a:ext cx="11242800" cy="8763000"/>
          </a:xfrm>
          <a:prstGeom prst="roundRect">
            <a:avLst>
              <a:gd fmla="val 2247" name="adj"/>
            </a:avLst>
          </a:prstGeom>
          <a:solidFill>
            <a:srgbClr val="151B2E"/>
          </a:solidFill>
          <a:ln>
            <a:noFill/>
          </a:ln>
        </p:spPr>
        <p:txBody>
          <a:bodyPr anchorCtr="0" anchor="t" bIns="406400" lIns="406400" spcFirstLastPara="1" rIns="406400" wrap="square" tIns="4064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1" name="Google Shape;111;p257"/>
          <p:cNvSpPr/>
          <p:nvPr>
            <p:ph idx="3" type="body"/>
          </p:nvPr>
        </p:nvSpPr>
        <p:spPr>
          <a:xfrm>
            <a:off x="12512077" y="3492500"/>
            <a:ext cx="11242800" cy="8763000"/>
          </a:xfrm>
          <a:prstGeom prst="roundRect">
            <a:avLst>
              <a:gd fmla="val 2247" name="adj"/>
            </a:avLst>
          </a:prstGeom>
          <a:solidFill>
            <a:srgbClr val="151B2E"/>
          </a:solidFill>
          <a:ln>
            <a:noFill/>
          </a:ln>
        </p:spPr>
        <p:txBody>
          <a:bodyPr anchorCtr="0" anchor="t" bIns="406400" lIns="406400" spcFirstLastPara="1" rIns="406400" wrap="square" tIns="4064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2" name="Google Shape;112;p257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Google Shape;113;p257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114" name="Google Shape;114;p257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1/2 Lines" showMasterSp="0">
  <p:cSld name="Title &amp; 1/2 Lines">
    <p:bg>
      <p:bgPr>
        <a:solidFill>
          <a:srgbClr val="1E1E1E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8"/>
          <p:cNvSpPr txBox="1"/>
          <p:nvPr>
            <p:ph type="title"/>
          </p:nvPr>
        </p:nvSpPr>
        <p:spPr>
          <a:xfrm>
            <a:off x="635000" y="9525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117" name="Google Shape;117;p258"/>
          <p:cNvSpPr txBox="1"/>
          <p:nvPr>
            <p:ph idx="1" type="body"/>
          </p:nvPr>
        </p:nvSpPr>
        <p:spPr>
          <a:xfrm>
            <a:off x="635000" y="1905000"/>
            <a:ext cx="23114100" cy="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cxnSp>
        <p:nvCxnSpPr>
          <p:cNvPr id="118" name="Google Shape;118;p258"/>
          <p:cNvCxnSpPr/>
          <p:nvPr/>
        </p:nvCxnSpPr>
        <p:spPr>
          <a:xfrm rot="10800000">
            <a:off x="12192000" y="3489416"/>
            <a:ext cx="0" cy="8758500"/>
          </a:xfrm>
          <a:prstGeom prst="straightConnector1">
            <a:avLst/>
          </a:prstGeom>
          <a:noFill/>
          <a:ln cap="flat" cmpd="sng" w="25400">
            <a:solidFill>
              <a:srgbClr val="E9EEF5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119" name="Google Shape;119;p258"/>
          <p:cNvSpPr txBox="1"/>
          <p:nvPr>
            <p:ph idx="2" type="body"/>
          </p:nvPr>
        </p:nvSpPr>
        <p:spPr>
          <a:xfrm>
            <a:off x="635000" y="3492500"/>
            <a:ext cx="11242800" cy="87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0" name="Google Shape;120;p258"/>
          <p:cNvSpPr txBox="1"/>
          <p:nvPr>
            <p:ph idx="3" type="body"/>
          </p:nvPr>
        </p:nvSpPr>
        <p:spPr>
          <a:xfrm>
            <a:off x="12506105" y="3492500"/>
            <a:ext cx="11242800" cy="87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1" name="Google Shape;121;p258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" name="Google Shape;122;p258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123" name="Google Shape;123;p258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x2 blocks" showMasterSp="0">
  <p:cSld name="2x2 blocks">
    <p:bg>
      <p:bgPr>
        <a:solidFill>
          <a:srgbClr val="1E1E1E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9"/>
          <p:cNvSpPr txBox="1"/>
          <p:nvPr>
            <p:ph type="title"/>
          </p:nvPr>
        </p:nvSpPr>
        <p:spPr>
          <a:xfrm>
            <a:off x="635000" y="9525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126" name="Google Shape;126;p259"/>
          <p:cNvSpPr txBox="1"/>
          <p:nvPr>
            <p:ph idx="1" type="body"/>
          </p:nvPr>
        </p:nvSpPr>
        <p:spPr>
          <a:xfrm>
            <a:off x="635000" y="1905000"/>
            <a:ext cx="23114100" cy="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27" name="Google Shape;127;p259"/>
          <p:cNvSpPr/>
          <p:nvPr>
            <p:ph idx="2" type="body"/>
          </p:nvPr>
        </p:nvSpPr>
        <p:spPr>
          <a:xfrm>
            <a:off x="635000" y="3492500"/>
            <a:ext cx="11242800" cy="4123200"/>
          </a:xfrm>
          <a:prstGeom prst="roundRect">
            <a:avLst>
              <a:gd fmla="val 4776" name="adj"/>
            </a:avLst>
          </a:prstGeom>
          <a:solidFill>
            <a:srgbClr val="151B2E"/>
          </a:solidFill>
          <a:ln>
            <a:noFill/>
          </a:ln>
        </p:spPr>
        <p:txBody>
          <a:bodyPr anchorCtr="0" anchor="t" bIns="406400" lIns="406400" spcFirstLastPara="1" rIns="406400" wrap="square" tIns="4064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8" name="Google Shape;128;p259"/>
          <p:cNvSpPr/>
          <p:nvPr>
            <p:ph idx="3" type="body"/>
          </p:nvPr>
        </p:nvSpPr>
        <p:spPr>
          <a:xfrm>
            <a:off x="635000" y="8121650"/>
            <a:ext cx="11242800" cy="4123200"/>
          </a:xfrm>
          <a:prstGeom prst="roundRect">
            <a:avLst>
              <a:gd fmla="val 4776" name="adj"/>
            </a:avLst>
          </a:prstGeom>
          <a:solidFill>
            <a:srgbClr val="151B2E"/>
          </a:solidFill>
          <a:ln>
            <a:noFill/>
          </a:ln>
        </p:spPr>
        <p:txBody>
          <a:bodyPr anchorCtr="0" anchor="t" bIns="406400" lIns="406400" spcFirstLastPara="1" rIns="406400" wrap="square" tIns="4064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29" name="Google Shape;129;p259"/>
          <p:cNvSpPr/>
          <p:nvPr>
            <p:ph idx="4" type="body"/>
          </p:nvPr>
        </p:nvSpPr>
        <p:spPr>
          <a:xfrm>
            <a:off x="12512077" y="3492500"/>
            <a:ext cx="11242800" cy="4123200"/>
          </a:xfrm>
          <a:prstGeom prst="roundRect">
            <a:avLst>
              <a:gd fmla="val 4776" name="adj"/>
            </a:avLst>
          </a:prstGeom>
          <a:solidFill>
            <a:srgbClr val="151B2E"/>
          </a:solidFill>
          <a:ln>
            <a:noFill/>
          </a:ln>
        </p:spPr>
        <p:txBody>
          <a:bodyPr anchorCtr="0" anchor="t" bIns="406400" lIns="406400" spcFirstLastPara="1" rIns="406400" wrap="square" tIns="4064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0" name="Google Shape;130;p259"/>
          <p:cNvSpPr/>
          <p:nvPr>
            <p:ph idx="5" type="body"/>
          </p:nvPr>
        </p:nvSpPr>
        <p:spPr>
          <a:xfrm>
            <a:off x="12512077" y="8121650"/>
            <a:ext cx="11242800" cy="4123200"/>
          </a:xfrm>
          <a:prstGeom prst="roundRect">
            <a:avLst>
              <a:gd fmla="val 4776" name="adj"/>
            </a:avLst>
          </a:prstGeom>
          <a:solidFill>
            <a:srgbClr val="151B2E"/>
          </a:solidFill>
          <a:ln>
            <a:noFill/>
          </a:ln>
        </p:spPr>
        <p:txBody>
          <a:bodyPr anchorCtr="0" anchor="t" bIns="406400" lIns="406400" spcFirstLastPara="1" rIns="406400" wrap="square" tIns="4064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1" name="Google Shape;131;p259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p259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133" name="Google Shape;133;p259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x2 text only" showMasterSp="0">
  <p:cSld name="2x2 text only">
    <p:bg>
      <p:bgPr>
        <a:solidFill>
          <a:srgbClr val="1E1E1E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0"/>
          <p:cNvSpPr txBox="1"/>
          <p:nvPr>
            <p:ph type="title"/>
          </p:nvPr>
        </p:nvSpPr>
        <p:spPr>
          <a:xfrm>
            <a:off x="635000" y="9525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136" name="Google Shape;136;p260"/>
          <p:cNvSpPr txBox="1"/>
          <p:nvPr>
            <p:ph idx="1" type="body"/>
          </p:nvPr>
        </p:nvSpPr>
        <p:spPr>
          <a:xfrm>
            <a:off x="635000" y="1905000"/>
            <a:ext cx="23114100" cy="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37" name="Google Shape;137;p260"/>
          <p:cNvSpPr txBox="1"/>
          <p:nvPr>
            <p:ph idx="2" type="body"/>
          </p:nvPr>
        </p:nvSpPr>
        <p:spPr>
          <a:xfrm>
            <a:off x="635000" y="3492500"/>
            <a:ext cx="11242800" cy="4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8" name="Google Shape;138;p260"/>
          <p:cNvSpPr txBox="1"/>
          <p:nvPr>
            <p:ph idx="3" type="body"/>
          </p:nvPr>
        </p:nvSpPr>
        <p:spPr>
          <a:xfrm>
            <a:off x="12512077" y="3492500"/>
            <a:ext cx="11242800" cy="4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9" name="Google Shape;139;p260"/>
          <p:cNvSpPr txBox="1"/>
          <p:nvPr>
            <p:ph idx="4" type="body"/>
          </p:nvPr>
        </p:nvSpPr>
        <p:spPr>
          <a:xfrm>
            <a:off x="635000" y="8121756"/>
            <a:ext cx="11242800" cy="4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0" name="Google Shape;140;p260"/>
          <p:cNvSpPr txBox="1"/>
          <p:nvPr>
            <p:ph idx="5" type="body"/>
          </p:nvPr>
        </p:nvSpPr>
        <p:spPr>
          <a:xfrm>
            <a:off x="12512077" y="8121756"/>
            <a:ext cx="11242800" cy="41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1" name="Google Shape;141;p260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" name="Google Shape;142;p260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143" name="Google Shape;143;p260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x1 blocks - small" showMasterSp="0">
  <p:cSld name="4x1 blocks - small">
    <p:bg>
      <p:bgPr>
        <a:solidFill>
          <a:srgbClr val="1E1E1E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1"/>
          <p:cNvSpPr/>
          <p:nvPr>
            <p:ph idx="1" type="body"/>
          </p:nvPr>
        </p:nvSpPr>
        <p:spPr>
          <a:xfrm>
            <a:off x="635809" y="4634229"/>
            <a:ext cx="5271900" cy="4447500"/>
          </a:xfrm>
          <a:prstGeom prst="roundRect">
            <a:avLst>
              <a:gd fmla="val 4428" name="adj"/>
            </a:avLst>
          </a:prstGeom>
          <a:solidFill>
            <a:srgbClr val="151B2E"/>
          </a:solidFill>
          <a:ln>
            <a:noFill/>
          </a:ln>
        </p:spPr>
        <p:txBody>
          <a:bodyPr anchorCtr="0" anchor="t" bIns="304800" lIns="304800" spcFirstLastPara="1" rIns="304800" wrap="square" tIns="3048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6" name="Google Shape;146;p261"/>
          <p:cNvSpPr txBox="1"/>
          <p:nvPr>
            <p:ph type="title"/>
          </p:nvPr>
        </p:nvSpPr>
        <p:spPr>
          <a:xfrm>
            <a:off x="635000" y="9525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147" name="Google Shape;147;p261"/>
          <p:cNvSpPr txBox="1"/>
          <p:nvPr>
            <p:ph idx="2" type="body"/>
          </p:nvPr>
        </p:nvSpPr>
        <p:spPr>
          <a:xfrm>
            <a:off x="635000" y="1905000"/>
            <a:ext cx="23114100" cy="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48" name="Google Shape;148;p261"/>
          <p:cNvSpPr/>
          <p:nvPr>
            <p:ph idx="3" type="body"/>
          </p:nvPr>
        </p:nvSpPr>
        <p:spPr>
          <a:xfrm>
            <a:off x="6582813" y="4634229"/>
            <a:ext cx="5271900" cy="4447500"/>
          </a:xfrm>
          <a:prstGeom prst="roundRect">
            <a:avLst>
              <a:gd fmla="val 4428" name="adj"/>
            </a:avLst>
          </a:prstGeom>
          <a:solidFill>
            <a:srgbClr val="151B2E"/>
          </a:solidFill>
          <a:ln>
            <a:noFill/>
          </a:ln>
        </p:spPr>
        <p:txBody>
          <a:bodyPr anchorCtr="0" anchor="t" bIns="304800" lIns="304800" spcFirstLastPara="1" rIns="304800" wrap="square" tIns="3048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49" name="Google Shape;149;p261"/>
          <p:cNvSpPr/>
          <p:nvPr>
            <p:ph idx="4" type="body"/>
          </p:nvPr>
        </p:nvSpPr>
        <p:spPr>
          <a:xfrm>
            <a:off x="12529818" y="4634229"/>
            <a:ext cx="5271900" cy="4447500"/>
          </a:xfrm>
          <a:prstGeom prst="roundRect">
            <a:avLst>
              <a:gd fmla="val 4428" name="adj"/>
            </a:avLst>
          </a:prstGeom>
          <a:solidFill>
            <a:srgbClr val="151B2E"/>
          </a:solidFill>
          <a:ln>
            <a:noFill/>
          </a:ln>
        </p:spPr>
        <p:txBody>
          <a:bodyPr anchorCtr="0" anchor="t" bIns="304800" lIns="304800" spcFirstLastPara="1" rIns="304800" wrap="square" tIns="3048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0" name="Google Shape;150;p261"/>
          <p:cNvSpPr/>
          <p:nvPr>
            <p:ph idx="5" type="body"/>
          </p:nvPr>
        </p:nvSpPr>
        <p:spPr>
          <a:xfrm>
            <a:off x="18476824" y="4634229"/>
            <a:ext cx="5271900" cy="4447500"/>
          </a:xfrm>
          <a:prstGeom prst="roundRect">
            <a:avLst>
              <a:gd fmla="val 4428" name="adj"/>
            </a:avLst>
          </a:prstGeom>
          <a:solidFill>
            <a:srgbClr val="151B2E"/>
          </a:solidFill>
          <a:ln>
            <a:noFill/>
          </a:ln>
        </p:spPr>
        <p:txBody>
          <a:bodyPr anchorCtr="0" anchor="t" bIns="304800" lIns="304800" spcFirstLastPara="1" rIns="304800" wrap="square" tIns="3048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1" name="Google Shape;151;p261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p261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153" name="Google Shape;153;p261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x1 lines - small" showMasterSp="0">
  <p:cSld name="4x1 lines - small">
    <p:bg>
      <p:bgPr>
        <a:solidFill>
          <a:srgbClr val="1E1E1E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2"/>
          <p:cNvSpPr txBox="1"/>
          <p:nvPr>
            <p:ph idx="1" type="body"/>
          </p:nvPr>
        </p:nvSpPr>
        <p:spPr>
          <a:xfrm>
            <a:off x="636655" y="5130800"/>
            <a:ext cx="5270400" cy="4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56" name="Google Shape;156;p262"/>
          <p:cNvSpPr txBox="1"/>
          <p:nvPr>
            <p:ph type="title"/>
          </p:nvPr>
        </p:nvSpPr>
        <p:spPr>
          <a:xfrm>
            <a:off x="635000" y="9525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157" name="Google Shape;157;p262"/>
          <p:cNvSpPr txBox="1"/>
          <p:nvPr>
            <p:ph idx="2" type="body"/>
          </p:nvPr>
        </p:nvSpPr>
        <p:spPr>
          <a:xfrm>
            <a:off x="635000" y="1905000"/>
            <a:ext cx="23114100" cy="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cxnSp>
        <p:nvCxnSpPr>
          <p:cNvPr id="158" name="Google Shape;158;p262"/>
          <p:cNvCxnSpPr/>
          <p:nvPr/>
        </p:nvCxnSpPr>
        <p:spPr>
          <a:xfrm rot="10800000">
            <a:off x="6245301" y="5130700"/>
            <a:ext cx="0" cy="4445100"/>
          </a:xfrm>
          <a:prstGeom prst="straightConnector1">
            <a:avLst/>
          </a:prstGeom>
          <a:noFill/>
          <a:ln cap="flat" cmpd="sng" w="25400">
            <a:solidFill>
              <a:srgbClr val="E9EEF5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159" name="Google Shape;159;p262"/>
          <p:cNvSpPr txBox="1"/>
          <p:nvPr>
            <p:ph idx="3" type="body"/>
          </p:nvPr>
        </p:nvSpPr>
        <p:spPr>
          <a:xfrm>
            <a:off x="6583236" y="5130800"/>
            <a:ext cx="5270400" cy="4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60" name="Google Shape;160;p262"/>
          <p:cNvCxnSpPr/>
          <p:nvPr/>
        </p:nvCxnSpPr>
        <p:spPr>
          <a:xfrm rot="10800000">
            <a:off x="12191882" y="5130700"/>
            <a:ext cx="0" cy="4445100"/>
          </a:xfrm>
          <a:prstGeom prst="straightConnector1">
            <a:avLst/>
          </a:prstGeom>
          <a:noFill/>
          <a:ln cap="flat" cmpd="sng" w="25400">
            <a:solidFill>
              <a:srgbClr val="E9EEF5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161" name="Google Shape;161;p262"/>
          <p:cNvSpPr txBox="1"/>
          <p:nvPr>
            <p:ph idx="4" type="body"/>
          </p:nvPr>
        </p:nvSpPr>
        <p:spPr>
          <a:xfrm>
            <a:off x="12530242" y="5130800"/>
            <a:ext cx="5270400" cy="4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62" name="Google Shape;162;p262"/>
          <p:cNvCxnSpPr/>
          <p:nvPr/>
        </p:nvCxnSpPr>
        <p:spPr>
          <a:xfrm rot="10800000">
            <a:off x="18138464" y="5130700"/>
            <a:ext cx="0" cy="4445100"/>
          </a:xfrm>
          <a:prstGeom prst="straightConnector1">
            <a:avLst/>
          </a:prstGeom>
          <a:noFill/>
          <a:ln cap="flat" cmpd="sng" w="25400">
            <a:solidFill>
              <a:srgbClr val="E9EEF5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163" name="Google Shape;163;p262"/>
          <p:cNvSpPr txBox="1"/>
          <p:nvPr>
            <p:ph idx="5" type="body"/>
          </p:nvPr>
        </p:nvSpPr>
        <p:spPr>
          <a:xfrm>
            <a:off x="18476824" y="5130800"/>
            <a:ext cx="5270400" cy="4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4" name="Google Shape;164;p262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p262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166" name="Google Shape;166;p262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x1 blocks - tall" showMasterSp="0">
  <p:cSld name="4x1 blocks - tall">
    <p:bg>
      <p:bgPr>
        <a:solidFill>
          <a:srgbClr val="1E1E1E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3"/>
          <p:cNvSpPr/>
          <p:nvPr>
            <p:ph idx="1" type="body"/>
          </p:nvPr>
        </p:nvSpPr>
        <p:spPr>
          <a:xfrm>
            <a:off x="635000" y="3498674"/>
            <a:ext cx="5270400" cy="8763000"/>
          </a:xfrm>
          <a:prstGeom prst="roundRect">
            <a:avLst>
              <a:gd fmla="val 3737" name="adj"/>
            </a:avLst>
          </a:prstGeom>
          <a:solidFill>
            <a:srgbClr val="151B2E"/>
          </a:solidFill>
          <a:ln>
            <a:noFill/>
          </a:ln>
        </p:spPr>
        <p:txBody>
          <a:bodyPr anchorCtr="0" anchor="t" bIns="304800" lIns="304800" spcFirstLastPara="1" rIns="304800" wrap="square" tIns="3048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69" name="Google Shape;169;p263"/>
          <p:cNvSpPr txBox="1"/>
          <p:nvPr>
            <p:ph type="title"/>
          </p:nvPr>
        </p:nvSpPr>
        <p:spPr>
          <a:xfrm>
            <a:off x="635000" y="9525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170" name="Google Shape;170;p263"/>
          <p:cNvSpPr txBox="1"/>
          <p:nvPr>
            <p:ph idx="2" type="body"/>
          </p:nvPr>
        </p:nvSpPr>
        <p:spPr>
          <a:xfrm>
            <a:off x="635000" y="19050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71" name="Google Shape;171;p263"/>
          <p:cNvSpPr/>
          <p:nvPr>
            <p:ph idx="3" type="body"/>
          </p:nvPr>
        </p:nvSpPr>
        <p:spPr>
          <a:xfrm>
            <a:off x="6581302" y="3498674"/>
            <a:ext cx="5270400" cy="8763000"/>
          </a:xfrm>
          <a:prstGeom prst="roundRect">
            <a:avLst>
              <a:gd fmla="val 3737" name="adj"/>
            </a:avLst>
          </a:prstGeom>
          <a:solidFill>
            <a:srgbClr val="151B2E"/>
          </a:solidFill>
          <a:ln>
            <a:noFill/>
          </a:ln>
        </p:spPr>
        <p:txBody>
          <a:bodyPr anchorCtr="0" anchor="t" bIns="304800" lIns="304800" spcFirstLastPara="1" rIns="304800" wrap="square" tIns="3048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2" name="Google Shape;172;p263"/>
          <p:cNvSpPr txBox="1"/>
          <p:nvPr>
            <p:ph idx="4" type="body"/>
          </p:nvPr>
        </p:nvSpPr>
        <p:spPr>
          <a:xfrm>
            <a:off x="12527604" y="3498674"/>
            <a:ext cx="5270400" cy="8763000"/>
          </a:xfrm>
          <a:prstGeom prst="rect">
            <a:avLst/>
          </a:prstGeom>
          <a:solidFill>
            <a:srgbClr val="151B2E"/>
          </a:solidFill>
          <a:ln>
            <a:noFill/>
          </a:ln>
        </p:spPr>
        <p:txBody>
          <a:bodyPr anchorCtr="0" anchor="t" bIns="304800" lIns="304800" spcFirstLastPara="1" rIns="304800" wrap="square" tIns="304800">
            <a:no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3" name="Google Shape;173;p263"/>
          <p:cNvSpPr/>
          <p:nvPr>
            <p:ph idx="5" type="body"/>
          </p:nvPr>
        </p:nvSpPr>
        <p:spPr>
          <a:xfrm>
            <a:off x="18473906" y="3485600"/>
            <a:ext cx="5270400" cy="8763000"/>
          </a:xfrm>
          <a:prstGeom prst="roundRect">
            <a:avLst>
              <a:gd fmla="val 3737" name="adj"/>
            </a:avLst>
          </a:prstGeom>
          <a:solidFill>
            <a:srgbClr val="151B2E"/>
          </a:solidFill>
          <a:ln>
            <a:noFill/>
          </a:ln>
        </p:spPr>
        <p:txBody>
          <a:bodyPr anchorCtr="0" anchor="t" bIns="304800" lIns="304800" spcFirstLastPara="1" rIns="304800" wrap="square" tIns="3048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4" name="Google Shape;174;p263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263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176" name="Google Shape;176;p263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x1 lines - tall" showMasterSp="0">
  <p:cSld name="4x1 lines - tall">
    <p:bg>
      <p:bgPr>
        <a:solidFill>
          <a:srgbClr val="1E1E1E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4"/>
          <p:cNvSpPr txBox="1"/>
          <p:nvPr>
            <p:ph idx="1" type="body"/>
          </p:nvPr>
        </p:nvSpPr>
        <p:spPr>
          <a:xfrm>
            <a:off x="636655" y="3489989"/>
            <a:ext cx="5270400" cy="85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79" name="Google Shape;179;p264"/>
          <p:cNvSpPr txBox="1"/>
          <p:nvPr>
            <p:ph type="title"/>
          </p:nvPr>
        </p:nvSpPr>
        <p:spPr>
          <a:xfrm>
            <a:off x="635000" y="9525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180" name="Google Shape;180;p264"/>
          <p:cNvSpPr txBox="1"/>
          <p:nvPr>
            <p:ph idx="2" type="body"/>
          </p:nvPr>
        </p:nvSpPr>
        <p:spPr>
          <a:xfrm>
            <a:off x="635000" y="1905000"/>
            <a:ext cx="23114100" cy="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cxnSp>
        <p:nvCxnSpPr>
          <p:cNvPr id="181" name="Google Shape;181;p264"/>
          <p:cNvCxnSpPr/>
          <p:nvPr/>
        </p:nvCxnSpPr>
        <p:spPr>
          <a:xfrm rot="10800000">
            <a:off x="6245301" y="3489570"/>
            <a:ext cx="0" cy="8573400"/>
          </a:xfrm>
          <a:prstGeom prst="straightConnector1">
            <a:avLst/>
          </a:prstGeom>
          <a:noFill/>
          <a:ln cap="flat" cmpd="sng" w="25400">
            <a:solidFill>
              <a:srgbClr val="E9EEF5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182" name="Google Shape;182;p264"/>
          <p:cNvSpPr txBox="1"/>
          <p:nvPr>
            <p:ph idx="3" type="body"/>
          </p:nvPr>
        </p:nvSpPr>
        <p:spPr>
          <a:xfrm>
            <a:off x="6583236" y="3489989"/>
            <a:ext cx="5270400" cy="85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83" name="Google Shape;183;p264"/>
          <p:cNvCxnSpPr/>
          <p:nvPr/>
        </p:nvCxnSpPr>
        <p:spPr>
          <a:xfrm rot="10800000">
            <a:off x="12191883" y="3489570"/>
            <a:ext cx="0" cy="8573400"/>
          </a:xfrm>
          <a:prstGeom prst="straightConnector1">
            <a:avLst/>
          </a:prstGeom>
          <a:noFill/>
          <a:ln cap="flat" cmpd="sng" w="25400">
            <a:solidFill>
              <a:srgbClr val="E9EEF5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184" name="Google Shape;184;p264"/>
          <p:cNvSpPr txBox="1"/>
          <p:nvPr>
            <p:ph idx="4" type="body"/>
          </p:nvPr>
        </p:nvSpPr>
        <p:spPr>
          <a:xfrm>
            <a:off x="12530242" y="3489989"/>
            <a:ext cx="5270400" cy="85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185" name="Google Shape;185;p264"/>
          <p:cNvCxnSpPr/>
          <p:nvPr/>
        </p:nvCxnSpPr>
        <p:spPr>
          <a:xfrm rot="10800000">
            <a:off x="18138464" y="3489570"/>
            <a:ext cx="0" cy="8573400"/>
          </a:xfrm>
          <a:prstGeom prst="straightConnector1">
            <a:avLst/>
          </a:prstGeom>
          <a:noFill/>
          <a:ln cap="flat" cmpd="sng" w="25400">
            <a:solidFill>
              <a:srgbClr val="E9EEF5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186" name="Google Shape;186;p264"/>
          <p:cNvSpPr txBox="1"/>
          <p:nvPr>
            <p:ph idx="5" type="body"/>
          </p:nvPr>
        </p:nvSpPr>
        <p:spPr>
          <a:xfrm>
            <a:off x="18476824" y="3489989"/>
            <a:ext cx="5270400" cy="85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7" name="Google Shape;187;p264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p264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189" name="Google Shape;189;p264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 showMasterSp="0">
  <p:cSld name="Statement">
    <p:bg>
      <p:bgPr>
        <a:solidFill>
          <a:srgbClr val="1E1E1E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5"/>
          <p:cNvSpPr txBox="1"/>
          <p:nvPr>
            <p:ph idx="1" type="body"/>
          </p:nvPr>
        </p:nvSpPr>
        <p:spPr>
          <a:xfrm>
            <a:off x="1206500" y="1504987"/>
            <a:ext cx="21971100" cy="107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Font typeface="Montserrat Medium"/>
              <a:buNone/>
              <a:defRPr sz="8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Font typeface="Montserrat Medium"/>
              <a:buNone/>
              <a:defRPr sz="8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Font typeface="Montserrat Medium"/>
              <a:buNone/>
              <a:defRPr sz="8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Font typeface="Montserrat Medium"/>
              <a:buNone/>
              <a:defRPr sz="8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Font typeface="Montserrat Medium"/>
              <a:buNone/>
              <a:defRPr sz="8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ctr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8000"/>
              <a:buFont typeface="Montserrat Medium"/>
              <a:buNone/>
              <a:defRPr sz="8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ctr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8000"/>
              <a:buFont typeface="Montserrat Medium"/>
              <a:buNone/>
              <a:defRPr sz="8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ctr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8000"/>
              <a:buFont typeface="Montserrat Medium"/>
              <a:buNone/>
              <a:defRPr sz="8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ctr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8000"/>
              <a:buFont typeface="Montserrat Medium"/>
              <a:buNone/>
              <a:defRPr sz="80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92" name="Google Shape;192;p265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3" name="Google Shape;193;p265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194" name="Google Shape;194;p265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 showMasterSp="0">
  <p:cSld name="Quote">
    <p:bg>
      <p:bgPr>
        <a:solidFill>
          <a:srgbClr val="1E1E1E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6"/>
          <p:cNvSpPr txBox="1"/>
          <p:nvPr>
            <p:ph idx="1" type="body"/>
          </p:nvPr>
        </p:nvSpPr>
        <p:spPr>
          <a:xfrm>
            <a:off x="2667000" y="10662753"/>
            <a:ext cx="19050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Montserrat Medium"/>
              <a:buNone/>
              <a:defRPr sz="3600"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ontserrat Medium"/>
              <a:buChar char="•"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ontserrat Medium"/>
              <a:buChar char="•"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ontserrat Medium"/>
              <a:buNone/>
              <a:defRPr>
                <a:solidFill>
                  <a:schemeClr val="accen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197" name="Google Shape;197;p266"/>
          <p:cNvSpPr txBox="1"/>
          <p:nvPr>
            <p:ph idx="2" type="body"/>
          </p:nvPr>
        </p:nvSpPr>
        <p:spPr>
          <a:xfrm>
            <a:off x="1397000" y="3492500"/>
            <a:ext cx="21590100" cy="666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Font typeface="Avenir"/>
              <a:buNone/>
              <a:defRPr sz="8000">
                <a:solidFill>
                  <a:schemeClr val="lt2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Font typeface="Avenir"/>
              <a:buNone/>
              <a:defRPr sz="8000">
                <a:solidFill>
                  <a:schemeClr val="lt2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Font typeface="Avenir"/>
              <a:buNone/>
              <a:defRPr sz="8000">
                <a:solidFill>
                  <a:schemeClr val="lt2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Font typeface="Avenir"/>
              <a:buNone/>
              <a:defRPr sz="8000">
                <a:solidFill>
                  <a:schemeClr val="lt2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0"/>
              <a:buFont typeface="Avenir"/>
              <a:buNone/>
              <a:defRPr sz="8000">
                <a:solidFill>
                  <a:schemeClr val="lt2"/>
                </a:solidFill>
              </a:defRPr>
            </a:lvl5pPr>
            <a:lvl6pPr indent="-228600" lvl="5" marL="2743200" algn="ctr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6pPr>
            <a:lvl7pPr indent="-228600" lvl="6" marL="3200400" algn="ctr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7pPr>
            <a:lvl8pPr indent="-228600" lvl="7" marL="3657600" algn="ctr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8pPr>
            <a:lvl9pPr indent="-228600" lvl="8" marL="4114800" algn="ctr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8000"/>
              <a:buNone/>
              <a:defRPr sz="8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8" name="Google Shape;198;p266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266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200" name="Google Shape;200;p266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Fact" showMasterSp="0">
  <p:cSld name="Big Fact">
    <p:bg>
      <p:bgPr>
        <a:solidFill>
          <a:srgbClr val="1E1E1E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7"/>
          <p:cNvSpPr txBox="1"/>
          <p:nvPr>
            <p:ph idx="1" type="body"/>
          </p:nvPr>
        </p:nvSpPr>
        <p:spPr>
          <a:xfrm>
            <a:off x="1397000" y="952500"/>
            <a:ext cx="21590100" cy="6984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0"/>
              <a:buFont typeface="Montserrat SemiBold"/>
              <a:buNone/>
              <a:defRPr sz="18000">
                <a:solidFill>
                  <a:schemeClr val="l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0"/>
              <a:buFont typeface="Montserrat SemiBold"/>
              <a:buNone/>
              <a:defRPr sz="18000">
                <a:solidFill>
                  <a:schemeClr val="l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0"/>
              <a:buFont typeface="Montserrat SemiBold"/>
              <a:buNone/>
              <a:defRPr sz="18000">
                <a:solidFill>
                  <a:schemeClr val="l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0"/>
              <a:buFont typeface="Montserrat SemiBold"/>
              <a:buNone/>
              <a:defRPr sz="18000">
                <a:solidFill>
                  <a:schemeClr val="l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0"/>
              <a:buFont typeface="Montserrat SemiBold"/>
              <a:buNone/>
              <a:defRPr sz="18000">
                <a:solidFill>
                  <a:schemeClr val="l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 SemiBold"/>
              <a:buNone/>
              <a:defRPr>
                <a:solidFill>
                  <a:schemeClr val="l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 SemiBold"/>
              <a:buNone/>
              <a:defRPr>
                <a:solidFill>
                  <a:schemeClr val="l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 SemiBold"/>
              <a:buNone/>
              <a:defRPr>
                <a:solidFill>
                  <a:schemeClr val="l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 SemiBold"/>
              <a:buNone/>
              <a:defRPr>
                <a:solidFill>
                  <a:schemeClr val="l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203" name="Google Shape;203;p267"/>
          <p:cNvSpPr txBox="1"/>
          <p:nvPr>
            <p:ph idx="2" type="body"/>
          </p:nvPr>
        </p:nvSpPr>
        <p:spPr>
          <a:xfrm>
            <a:off x="1397000" y="8249480"/>
            <a:ext cx="215901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Montserrat Medium"/>
              <a:buNone/>
              <a:defRPr sz="480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04" name="Google Shape;204;p267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p267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206" name="Google Shape;206;p267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i-Fact" showMasterSp="0">
  <p:cSld name="Tri-Fact">
    <p:bg>
      <p:bgPr>
        <a:solidFill>
          <a:srgbClr val="1E1E1E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8"/>
          <p:cNvSpPr txBox="1"/>
          <p:nvPr>
            <p:ph idx="1" type="body"/>
          </p:nvPr>
        </p:nvSpPr>
        <p:spPr>
          <a:xfrm>
            <a:off x="780895" y="7296980"/>
            <a:ext cx="6984900" cy="4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09" name="Google Shape;209;p268"/>
          <p:cNvSpPr txBox="1"/>
          <p:nvPr>
            <p:ph idx="2" type="body"/>
          </p:nvPr>
        </p:nvSpPr>
        <p:spPr>
          <a:xfrm>
            <a:off x="8699500" y="7296980"/>
            <a:ext cx="6984900" cy="4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0" name="Google Shape;210;p268"/>
          <p:cNvSpPr txBox="1"/>
          <p:nvPr>
            <p:ph idx="3" type="body"/>
          </p:nvPr>
        </p:nvSpPr>
        <p:spPr>
          <a:xfrm>
            <a:off x="8699500" y="3489740"/>
            <a:ext cx="6984900" cy="349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Montserrat Medium"/>
              <a:buNone/>
              <a:defRPr sz="72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Montserrat Medium"/>
              <a:buNone/>
              <a:defRPr sz="72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Montserrat Medium"/>
              <a:buNone/>
              <a:defRPr sz="72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Montserrat Medium"/>
              <a:buNone/>
              <a:defRPr sz="72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Montserrat Medium"/>
              <a:buNone/>
              <a:defRPr sz="72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11" name="Google Shape;211;p268"/>
          <p:cNvSpPr txBox="1"/>
          <p:nvPr>
            <p:ph idx="4" type="body"/>
          </p:nvPr>
        </p:nvSpPr>
        <p:spPr>
          <a:xfrm>
            <a:off x="16645729" y="7296980"/>
            <a:ext cx="6984900" cy="4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2" name="Google Shape;212;p268"/>
          <p:cNvSpPr txBox="1"/>
          <p:nvPr>
            <p:ph idx="5" type="body"/>
          </p:nvPr>
        </p:nvSpPr>
        <p:spPr>
          <a:xfrm>
            <a:off x="16618105" y="3648973"/>
            <a:ext cx="6984900" cy="349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Montserrat Medium"/>
              <a:buNone/>
              <a:defRPr sz="72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Montserrat Medium"/>
              <a:buNone/>
              <a:defRPr sz="72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Montserrat Medium"/>
              <a:buNone/>
              <a:defRPr sz="72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Montserrat Medium"/>
              <a:buNone/>
              <a:defRPr sz="72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Montserrat Medium"/>
              <a:buNone/>
              <a:defRPr sz="72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cxnSp>
        <p:nvCxnSpPr>
          <p:cNvPr id="213" name="Google Shape;213;p268"/>
          <p:cNvCxnSpPr/>
          <p:nvPr/>
        </p:nvCxnSpPr>
        <p:spPr>
          <a:xfrm rot="10800000">
            <a:off x="8231648" y="3489127"/>
            <a:ext cx="0" cy="8260800"/>
          </a:xfrm>
          <a:prstGeom prst="straightConnector1">
            <a:avLst/>
          </a:prstGeom>
          <a:noFill/>
          <a:ln cap="flat" cmpd="sng" w="25400">
            <a:solidFill>
              <a:srgbClr val="E9EEF5"/>
            </a:solidFill>
            <a:prstDash val="solid"/>
            <a:miter lim="40"/>
            <a:headEnd len="sm" w="sm" type="none"/>
            <a:tailEnd len="sm" w="sm" type="none"/>
          </a:ln>
        </p:spPr>
      </p:cxnSp>
      <p:cxnSp>
        <p:nvCxnSpPr>
          <p:cNvPr id="214" name="Google Shape;214;p268"/>
          <p:cNvCxnSpPr/>
          <p:nvPr/>
        </p:nvCxnSpPr>
        <p:spPr>
          <a:xfrm rot="10800000">
            <a:off x="16151305" y="3489127"/>
            <a:ext cx="0" cy="8260800"/>
          </a:xfrm>
          <a:prstGeom prst="straightConnector1">
            <a:avLst/>
          </a:prstGeom>
          <a:noFill/>
          <a:ln cap="flat" cmpd="sng" w="25400">
            <a:solidFill>
              <a:srgbClr val="E9EEF5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215" name="Google Shape;215;p268"/>
          <p:cNvSpPr txBox="1"/>
          <p:nvPr>
            <p:ph idx="6" type="body"/>
          </p:nvPr>
        </p:nvSpPr>
        <p:spPr>
          <a:xfrm>
            <a:off x="635000" y="19050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venir"/>
              <a:buNone/>
              <a:defRPr sz="3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268"/>
          <p:cNvSpPr txBox="1"/>
          <p:nvPr>
            <p:ph idx="7" type="body"/>
          </p:nvPr>
        </p:nvSpPr>
        <p:spPr>
          <a:xfrm>
            <a:off x="635000" y="9525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Montserrat SemiBold"/>
              <a:buNone/>
              <a:defRPr sz="5400">
                <a:solidFill>
                  <a:schemeClr val="l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17" name="Google Shape;217;p268"/>
          <p:cNvSpPr txBox="1"/>
          <p:nvPr>
            <p:ph idx="8" type="body"/>
          </p:nvPr>
        </p:nvSpPr>
        <p:spPr>
          <a:xfrm>
            <a:off x="778800" y="3489740"/>
            <a:ext cx="6984900" cy="3494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Montserrat Medium"/>
              <a:buNone/>
              <a:defRPr sz="72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Montserrat Medium"/>
              <a:buNone/>
              <a:defRPr sz="72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Montserrat Medium"/>
              <a:buNone/>
              <a:defRPr sz="72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Montserrat Medium"/>
              <a:buNone/>
              <a:defRPr sz="72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Montserrat Medium"/>
              <a:buNone/>
              <a:defRPr sz="7200"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Montserrat Medium"/>
              <a:buNone/>
              <a:defRPr>
                <a:solidFill>
                  <a:schemeClr val="lt2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18" name="Google Shape;218;p268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268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220" name="Google Shape;220;p268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x6" showMasterSp="0">
  <p:cSld name="Timeline x6">
    <p:bg>
      <p:bgPr>
        <a:solidFill>
          <a:srgbClr val="1E1E1E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69"/>
          <p:cNvSpPr txBox="1"/>
          <p:nvPr>
            <p:ph type="title"/>
          </p:nvPr>
        </p:nvSpPr>
        <p:spPr>
          <a:xfrm>
            <a:off x="635000" y="9525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223" name="Google Shape;223;p269"/>
          <p:cNvSpPr txBox="1"/>
          <p:nvPr>
            <p:ph idx="1" type="body"/>
          </p:nvPr>
        </p:nvSpPr>
        <p:spPr>
          <a:xfrm>
            <a:off x="635000" y="19050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venir"/>
              <a:buNone/>
              <a:defRPr sz="3600">
                <a:solidFill>
                  <a:schemeClr val="dk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4" name="Google Shape;224;p269"/>
          <p:cNvSpPr txBox="1"/>
          <p:nvPr>
            <p:ph idx="2" type="body"/>
          </p:nvPr>
        </p:nvSpPr>
        <p:spPr>
          <a:xfrm>
            <a:off x="819139" y="7029302"/>
            <a:ext cx="32787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25" name="Google Shape;225;p269"/>
          <p:cNvSpPr txBox="1"/>
          <p:nvPr>
            <p:ph idx="3" type="body"/>
          </p:nvPr>
        </p:nvSpPr>
        <p:spPr>
          <a:xfrm>
            <a:off x="4724589" y="7029302"/>
            <a:ext cx="32787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26" name="Google Shape;226;p269"/>
          <p:cNvSpPr txBox="1"/>
          <p:nvPr>
            <p:ph idx="4" type="body"/>
          </p:nvPr>
        </p:nvSpPr>
        <p:spPr>
          <a:xfrm>
            <a:off x="8630039" y="7029302"/>
            <a:ext cx="32787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27" name="Google Shape;227;p269"/>
          <p:cNvSpPr txBox="1"/>
          <p:nvPr>
            <p:ph idx="5" type="body"/>
          </p:nvPr>
        </p:nvSpPr>
        <p:spPr>
          <a:xfrm>
            <a:off x="12535490" y="7029302"/>
            <a:ext cx="32787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28" name="Google Shape;228;p269"/>
          <p:cNvSpPr txBox="1"/>
          <p:nvPr>
            <p:ph idx="6" type="body"/>
          </p:nvPr>
        </p:nvSpPr>
        <p:spPr>
          <a:xfrm>
            <a:off x="16440942" y="7029302"/>
            <a:ext cx="32787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29" name="Google Shape;229;p269"/>
          <p:cNvSpPr txBox="1"/>
          <p:nvPr>
            <p:ph idx="7" type="body"/>
          </p:nvPr>
        </p:nvSpPr>
        <p:spPr>
          <a:xfrm>
            <a:off x="20346392" y="7029302"/>
            <a:ext cx="32787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0" name="Google Shape;230;p269"/>
          <p:cNvSpPr txBox="1"/>
          <p:nvPr>
            <p:ph idx="8" type="body"/>
          </p:nvPr>
        </p:nvSpPr>
        <p:spPr>
          <a:xfrm>
            <a:off x="819139" y="5043737"/>
            <a:ext cx="3278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1" name="Google Shape;231;p269"/>
          <p:cNvSpPr txBox="1"/>
          <p:nvPr>
            <p:ph idx="9" type="body"/>
          </p:nvPr>
        </p:nvSpPr>
        <p:spPr>
          <a:xfrm>
            <a:off x="4724589" y="5043737"/>
            <a:ext cx="3278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2" name="Google Shape;232;p269"/>
          <p:cNvSpPr txBox="1"/>
          <p:nvPr>
            <p:ph idx="13" type="body"/>
          </p:nvPr>
        </p:nvSpPr>
        <p:spPr>
          <a:xfrm>
            <a:off x="8630039" y="5043737"/>
            <a:ext cx="3278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3" name="Google Shape;233;p269"/>
          <p:cNvSpPr txBox="1"/>
          <p:nvPr>
            <p:ph idx="14" type="body"/>
          </p:nvPr>
        </p:nvSpPr>
        <p:spPr>
          <a:xfrm>
            <a:off x="12535490" y="5043737"/>
            <a:ext cx="3278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4" name="Google Shape;234;p269"/>
          <p:cNvSpPr txBox="1"/>
          <p:nvPr>
            <p:ph idx="15" type="body"/>
          </p:nvPr>
        </p:nvSpPr>
        <p:spPr>
          <a:xfrm>
            <a:off x="20346392" y="5043737"/>
            <a:ext cx="3278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35" name="Google Shape;235;p269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6" name="Google Shape;236;p269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237" name="Google Shape;237;p269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p269"/>
          <p:cNvSpPr txBox="1"/>
          <p:nvPr>
            <p:ph idx="16" type="body"/>
          </p:nvPr>
        </p:nvSpPr>
        <p:spPr>
          <a:xfrm>
            <a:off x="16440942" y="5043737"/>
            <a:ext cx="3278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x5" showMasterSp="0">
  <p:cSld name="Timeline x5">
    <p:bg>
      <p:bgPr>
        <a:solidFill>
          <a:srgbClr val="1E1E1E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0"/>
          <p:cNvSpPr txBox="1"/>
          <p:nvPr>
            <p:ph type="title"/>
          </p:nvPr>
        </p:nvSpPr>
        <p:spPr>
          <a:xfrm>
            <a:off x="635000" y="9525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241" name="Google Shape;241;p270"/>
          <p:cNvSpPr txBox="1"/>
          <p:nvPr>
            <p:ph idx="1" type="body"/>
          </p:nvPr>
        </p:nvSpPr>
        <p:spPr>
          <a:xfrm>
            <a:off x="635000" y="19050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cxnSp>
        <p:nvCxnSpPr>
          <p:cNvPr id="242" name="Google Shape;242;p270"/>
          <p:cNvCxnSpPr/>
          <p:nvPr/>
        </p:nvCxnSpPr>
        <p:spPr>
          <a:xfrm rot="10800000">
            <a:off x="1200474" y="6385770"/>
            <a:ext cx="18988800" cy="0"/>
          </a:xfrm>
          <a:prstGeom prst="straightConnector1">
            <a:avLst/>
          </a:prstGeom>
          <a:noFill/>
          <a:ln cap="rnd" cmpd="sng" w="50800">
            <a:solidFill>
              <a:srgbClr val="198EB5"/>
            </a:solidFill>
            <a:prstDash val="dashDot"/>
            <a:round/>
            <a:headEnd len="sm" w="sm" type="none"/>
            <a:tailEnd len="sm" w="sm" type="none"/>
          </a:ln>
        </p:spPr>
      </p:cxnSp>
      <p:sp>
        <p:nvSpPr>
          <p:cNvPr id="243" name="Google Shape;243;p270"/>
          <p:cNvSpPr txBox="1"/>
          <p:nvPr>
            <p:ph idx="2" type="body"/>
          </p:nvPr>
        </p:nvSpPr>
        <p:spPr>
          <a:xfrm>
            <a:off x="819139" y="7029302"/>
            <a:ext cx="32787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44" name="Google Shape;244;p270"/>
          <p:cNvSpPr txBox="1"/>
          <p:nvPr>
            <p:ph idx="3" type="body"/>
          </p:nvPr>
        </p:nvSpPr>
        <p:spPr>
          <a:xfrm>
            <a:off x="5700952" y="7029302"/>
            <a:ext cx="32787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45" name="Google Shape;245;p270"/>
          <p:cNvSpPr txBox="1"/>
          <p:nvPr>
            <p:ph idx="4" type="body"/>
          </p:nvPr>
        </p:nvSpPr>
        <p:spPr>
          <a:xfrm>
            <a:off x="10582765" y="7029302"/>
            <a:ext cx="32787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46" name="Google Shape;246;p270"/>
          <p:cNvSpPr txBox="1"/>
          <p:nvPr>
            <p:ph idx="5" type="body"/>
          </p:nvPr>
        </p:nvSpPr>
        <p:spPr>
          <a:xfrm>
            <a:off x="15464578" y="7029302"/>
            <a:ext cx="32787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47" name="Google Shape;247;p270"/>
          <p:cNvSpPr txBox="1"/>
          <p:nvPr>
            <p:ph idx="6" type="body"/>
          </p:nvPr>
        </p:nvSpPr>
        <p:spPr>
          <a:xfrm>
            <a:off x="20346392" y="7029302"/>
            <a:ext cx="32787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48" name="Google Shape;248;p270"/>
          <p:cNvSpPr/>
          <p:nvPr/>
        </p:nvSpPr>
        <p:spPr>
          <a:xfrm>
            <a:off x="852862" y="6248610"/>
            <a:ext cx="274200" cy="274200"/>
          </a:xfrm>
          <a:prstGeom prst="ellipse">
            <a:avLst/>
          </a:prstGeom>
          <a:solidFill>
            <a:srgbClr val="198EB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2400"/>
              <a:buFont typeface="Avenir"/>
              <a:buNone/>
            </a:pPr>
            <a:r>
              <a:t/>
            </a:r>
            <a:endParaRPr b="0" i="0" sz="2400" u="none" cap="none" strike="noStrik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49" name="Google Shape;249;p270"/>
          <p:cNvSpPr/>
          <p:nvPr/>
        </p:nvSpPr>
        <p:spPr>
          <a:xfrm>
            <a:off x="5739226" y="6248610"/>
            <a:ext cx="274200" cy="274200"/>
          </a:xfrm>
          <a:prstGeom prst="ellipse">
            <a:avLst/>
          </a:prstGeom>
          <a:solidFill>
            <a:srgbClr val="198EB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2400"/>
              <a:buFont typeface="Avenir"/>
              <a:buNone/>
            </a:pPr>
            <a:r>
              <a:t/>
            </a:r>
            <a:endParaRPr b="0" i="0" sz="2400" u="none" cap="none" strike="noStrik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0" name="Google Shape;250;p270"/>
          <p:cNvSpPr/>
          <p:nvPr/>
        </p:nvSpPr>
        <p:spPr>
          <a:xfrm>
            <a:off x="10625590" y="6248610"/>
            <a:ext cx="274200" cy="274200"/>
          </a:xfrm>
          <a:prstGeom prst="ellipse">
            <a:avLst/>
          </a:prstGeom>
          <a:solidFill>
            <a:srgbClr val="198EB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2400"/>
              <a:buFont typeface="Avenir"/>
              <a:buNone/>
            </a:pPr>
            <a:r>
              <a:t/>
            </a:r>
            <a:endParaRPr b="0" i="0" sz="2400" u="none" cap="none" strike="noStrik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51" name="Google Shape;251;p270"/>
          <p:cNvSpPr/>
          <p:nvPr/>
        </p:nvSpPr>
        <p:spPr>
          <a:xfrm>
            <a:off x="15511953" y="6248610"/>
            <a:ext cx="274200" cy="274200"/>
          </a:xfrm>
          <a:prstGeom prst="ellipse">
            <a:avLst/>
          </a:prstGeom>
          <a:solidFill>
            <a:srgbClr val="198EB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2400"/>
              <a:buFont typeface="Avenir"/>
              <a:buNone/>
            </a:pPr>
            <a:r>
              <a:t/>
            </a:r>
            <a:endParaRPr b="0" i="0" sz="2400" u="none" cap="none" strike="noStrik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Image" id="252" name="Google Shape;252;p2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249994" y="6100287"/>
            <a:ext cx="570967" cy="570967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70"/>
          <p:cNvSpPr txBox="1"/>
          <p:nvPr>
            <p:ph idx="7" type="body"/>
          </p:nvPr>
        </p:nvSpPr>
        <p:spPr>
          <a:xfrm>
            <a:off x="819139" y="5043737"/>
            <a:ext cx="3278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54" name="Google Shape;254;p270"/>
          <p:cNvSpPr txBox="1"/>
          <p:nvPr>
            <p:ph idx="8" type="body"/>
          </p:nvPr>
        </p:nvSpPr>
        <p:spPr>
          <a:xfrm>
            <a:off x="5700952" y="5043737"/>
            <a:ext cx="3278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55" name="Google Shape;255;p270"/>
          <p:cNvSpPr txBox="1"/>
          <p:nvPr>
            <p:ph idx="9" type="body"/>
          </p:nvPr>
        </p:nvSpPr>
        <p:spPr>
          <a:xfrm>
            <a:off x="10582765" y="5043737"/>
            <a:ext cx="3278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56" name="Google Shape;256;p270"/>
          <p:cNvSpPr txBox="1"/>
          <p:nvPr>
            <p:ph idx="13" type="body"/>
          </p:nvPr>
        </p:nvSpPr>
        <p:spPr>
          <a:xfrm>
            <a:off x="15464578" y="5043737"/>
            <a:ext cx="3278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57" name="Google Shape;257;p270"/>
          <p:cNvSpPr txBox="1"/>
          <p:nvPr>
            <p:ph idx="14" type="body"/>
          </p:nvPr>
        </p:nvSpPr>
        <p:spPr>
          <a:xfrm>
            <a:off x="20346392" y="5043737"/>
            <a:ext cx="3278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58" name="Google Shape;258;p270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9" name="Google Shape;259;p270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260" name="Google Shape;260;p270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x4" showMasterSp="0">
  <p:cSld name="Timeline x4">
    <p:bg>
      <p:bgPr>
        <a:solidFill>
          <a:srgbClr val="1E1E1E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71"/>
          <p:cNvSpPr txBox="1"/>
          <p:nvPr>
            <p:ph type="title"/>
          </p:nvPr>
        </p:nvSpPr>
        <p:spPr>
          <a:xfrm>
            <a:off x="635000" y="9525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263" name="Google Shape;263;p271"/>
          <p:cNvSpPr txBox="1"/>
          <p:nvPr>
            <p:ph idx="1" type="body"/>
          </p:nvPr>
        </p:nvSpPr>
        <p:spPr>
          <a:xfrm>
            <a:off x="635000" y="19050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cxnSp>
        <p:nvCxnSpPr>
          <p:cNvPr id="264" name="Google Shape;264;p271"/>
          <p:cNvCxnSpPr/>
          <p:nvPr/>
        </p:nvCxnSpPr>
        <p:spPr>
          <a:xfrm rot="10800000">
            <a:off x="1024473" y="6385770"/>
            <a:ext cx="17767800" cy="0"/>
          </a:xfrm>
          <a:prstGeom prst="straightConnector1">
            <a:avLst/>
          </a:prstGeom>
          <a:noFill/>
          <a:ln cap="rnd" cmpd="sng" w="50800">
            <a:solidFill>
              <a:srgbClr val="198EB5"/>
            </a:solidFill>
            <a:prstDash val="dashDot"/>
            <a:round/>
            <a:headEnd len="sm" w="sm" type="none"/>
            <a:tailEnd len="sm" w="sm" type="none"/>
          </a:ln>
        </p:spPr>
      </p:cxnSp>
      <p:sp>
        <p:nvSpPr>
          <p:cNvPr id="265" name="Google Shape;265;p271"/>
          <p:cNvSpPr txBox="1"/>
          <p:nvPr>
            <p:ph idx="2" type="body"/>
          </p:nvPr>
        </p:nvSpPr>
        <p:spPr>
          <a:xfrm>
            <a:off x="819139" y="7029302"/>
            <a:ext cx="32787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66" name="Google Shape;266;p271"/>
          <p:cNvSpPr txBox="1"/>
          <p:nvPr>
            <p:ph idx="3" type="body"/>
          </p:nvPr>
        </p:nvSpPr>
        <p:spPr>
          <a:xfrm>
            <a:off x="6904890" y="7029302"/>
            <a:ext cx="32787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67" name="Google Shape;267;p271"/>
          <p:cNvSpPr txBox="1"/>
          <p:nvPr>
            <p:ph idx="4" type="body"/>
          </p:nvPr>
        </p:nvSpPr>
        <p:spPr>
          <a:xfrm>
            <a:off x="12990641" y="7029302"/>
            <a:ext cx="32787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68" name="Google Shape;268;p271"/>
          <p:cNvSpPr txBox="1"/>
          <p:nvPr>
            <p:ph idx="5" type="body"/>
          </p:nvPr>
        </p:nvSpPr>
        <p:spPr>
          <a:xfrm>
            <a:off x="19076392" y="7029302"/>
            <a:ext cx="32787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69" name="Google Shape;269;p271"/>
          <p:cNvSpPr/>
          <p:nvPr/>
        </p:nvSpPr>
        <p:spPr>
          <a:xfrm>
            <a:off x="852862" y="6248610"/>
            <a:ext cx="274200" cy="274200"/>
          </a:xfrm>
          <a:prstGeom prst="ellipse">
            <a:avLst/>
          </a:prstGeom>
          <a:solidFill>
            <a:srgbClr val="198EB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2400"/>
              <a:buFont typeface="Avenir"/>
              <a:buNone/>
            </a:pPr>
            <a:r>
              <a:t/>
            </a:r>
            <a:endParaRPr b="0" i="0" sz="2400" u="none" cap="none" strike="noStrik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70" name="Google Shape;270;p271"/>
          <p:cNvSpPr/>
          <p:nvPr/>
        </p:nvSpPr>
        <p:spPr>
          <a:xfrm>
            <a:off x="6944680" y="6248610"/>
            <a:ext cx="274200" cy="274200"/>
          </a:xfrm>
          <a:prstGeom prst="ellipse">
            <a:avLst/>
          </a:prstGeom>
          <a:solidFill>
            <a:srgbClr val="198EB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2400"/>
              <a:buFont typeface="Avenir"/>
              <a:buNone/>
            </a:pPr>
            <a:r>
              <a:t/>
            </a:r>
            <a:endParaRPr b="0" i="0" sz="2400" u="none" cap="none" strike="noStrik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71" name="Google Shape;271;p271"/>
          <p:cNvSpPr/>
          <p:nvPr/>
        </p:nvSpPr>
        <p:spPr>
          <a:xfrm>
            <a:off x="13036498" y="6248610"/>
            <a:ext cx="274200" cy="274200"/>
          </a:xfrm>
          <a:prstGeom prst="ellipse">
            <a:avLst/>
          </a:prstGeom>
          <a:solidFill>
            <a:srgbClr val="198EB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2400"/>
              <a:buFont typeface="Avenir"/>
              <a:buNone/>
            </a:pPr>
            <a:r>
              <a:t/>
            </a:r>
            <a:endParaRPr b="0" i="0" sz="2400" u="none" cap="none" strike="noStrik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Image" id="272" name="Google Shape;272;p2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852994" y="6100287"/>
            <a:ext cx="570967" cy="570967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71"/>
          <p:cNvSpPr txBox="1"/>
          <p:nvPr>
            <p:ph idx="6" type="body"/>
          </p:nvPr>
        </p:nvSpPr>
        <p:spPr>
          <a:xfrm>
            <a:off x="819139" y="5043737"/>
            <a:ext cx="3278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74" name="Google Shape;274;p271"/>
          <p:cNvSpPr txBox="1"/>
          <p:nvPr>
            <p:ph idx="7" type="body"/>
          </p:nvPr>
        </p:nvSpPr>
        <p:spPr>
          <a:xfrm>
            <a:off x="6904890" y="5043737"/>
            <a:ext cx="3278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75" name="Google Shape;275;p271"/>
          <p:cNvSpPr txBox="1"/>
          <p:nvPr>
            <p:ph idx="8" type="body"/>
          </p:nvPr>
        </p:nvSpPr>
        <p:spPr>
          <a:xfrm>
            <a:off x="12990641" y="5043737"/>
            <a:ext cx="3278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76" name="Google Shape;276;p271"/>
          <p:cNvSpPr txBox="1"/>
          <p:nvPr>
            <p:ph idx="9" type="body"/>
          </p:nvPr>
        </p:nvSpPr>
        <p:spPr>
          <a:xfrm>
            <a:off x="19076392" y="5043737"/>
            <a:ext cx="3278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77" name="Google Shape;277;p271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8" name="Google Shape;278;p271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279" name="Google Shape;279;p271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x3" showMasterSp="0">
  <p:cSld name="Timeline x3">
    <p:bg>
      <p:bgPr>
        <a:solidFill>
          <a:srgbClr val="1E1E1E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72"/>
          <p:cNvSpPr txBox="1"/>
          <p:nvPr>
            <p:ph type="title"/>
          </p:nvPr>
        </p:nvSpPr>
        <p:spPr>
          <a:xfrm>
            <a:off x="635000" y="9525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282" name="Google Shape;282;p272"/>
          <p:cNvSpPr txBox="1"/>
          <p:nvPr>
            <p:ph idx="1" type="body"/>
          </p:nvPr>
        </p:nvSpPr>
        <p:spPr>
          <a:xfrm>
            <a:off x="635000" y="19050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cxnSp>
        <p:nvCxnSpPr>
          <p:cNvPr id="283" name="Google Shape;283;p272"/>
          <p:cNvCxnSpPr/>
          <p:nvPr/>
        </p:nvCxnSpPr>
        <p:spPr>
          <a:xfrm rot="10800000">
            <a:off x="1200753" y="6385770"/>
            <a:ext cx="14469300" cy="0"/>
          </a:xfrm>
          <a:prstGeom prst="straightConnector1">
            <a:avLst/>
          </a:prstGeom>
          <a:noFill/>
          <a:ln cap="rnd" cmpd="sng" w="50800">
            <a:solidFill>
              <a:srgbClr val="198EB5"/>
            </a:solidFill>
            <a:prstDash val="dashDot"/>
            <a:round/>
            <a:headEnd len="sm" w="sm" type="none"/>
            <a:tailEnd len="sm" w="sm" type="none"/>
          </a:ln>
        </p:spPr>
      </p:cxnSp>
      <p:sp>
        <p:nvSpPr>
          <p:cNvPr id="284" name="Google Shape;284;p272"/>
          <p:cNvSpPr txBox="1"/>
          <p:nvPr>
            <p:ph idx="2" type="body"/>
          </p:nvPr>
        </p:nvSpPr>
        <p:spPr>
          <a:xfrm>
            <a:off x="819139" y="7029302"/>
            <a:ext cx="32787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5" name="Google Shape;285;p272"/>
          <p:cNvSpPr txBox="1"/>
          <p:nvPr>
            <p:ph idx="3" type="body"/>
          </p:nvPr>
        </p:nvSpPr>
        <p:spPr>
          <a:xfrm>
            <a:off x="8075503" y="7029302"/>
            <a:ext cx="32787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6" name="Google Shape;286;p272"/>
          <p:cNvSpPr txBox="1"/>
          <p:nvPr>
            <p:ph idx="4" type="body"/>
          </p:nvPr>
        </p:nvSpPr>
        <p:spPr>
          <a:xfrm>
            <a:off x="15839868" y="7029302"/>
            <a:ext cx="32787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87" name="Google Shape;287;p272"/>
          <p:cNvSpPr/>
          <p:nvPr/>
        </p:nvSpPr>
        <p:spPr>
          <a:xfrm>
            <a:off x="852862" y="6248610"/>
            <a:ext cx="274200" cy="274200"/>
          </a:xfrm>
          <a:prstGeom prst="ellipse">
            <a:avLst/>
          </a:prstGeom>
          <a:solidFill>
            <a:srgbClr val="198EB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2400"/>
              <a:buFont typeface="Avenir"/>
              <a:buNone/>
            </a:pPr>
            <a:r>
              <a:t/>
            </a:r>
            <a:endParaRPr b="0" i="0" sz="2400" u="none" cap="none" strike="noStrik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288" name="Google Shape;288;p272"/>
          <p:cNvSpPr/>
          <p:nvPr/>
        </p:nvSpPr>
        <p:spPr>
          <a:xfrm>
            <a:off x="8118328" y="6248610"/>
            <a:ext cx="274200" cy="274200"/>
          </a:xfrm>
          <a:prstGeom prst="ellipse">
            <a:avLst/>
          </a:prstGeom>
          <a:solidFill>
            <a:srgbClr val="198EB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2400"/>
              <a:buFont typeface="Avenir"/>
              <a:buNone/>
            </a:pPr>
            <a:r>
              <a:t/>
            </a:r>
            <a:endParaRPr b="0" i="0" sz="2400" u="none" cap="none" strike="noStrik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descr="Image" id="289" name="Google Shape;289;p2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743471" y="6100287"/>
            <a:ext cx="570967" cy="570967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72"/>
          <p:cNvSpPr txBox="1"/>
          <p:nvPr>
            <p:ph idx="5" type="body"/>
          </p:nvPr>
        </p:nvSpPr>
        <p:spPr>
          <a:xfrm>
            <a:off x="819139" y="5043737"/>
            <a:ext cx="3278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1" name="Google Shape;291;p272"/>
          <p:cNvSpPr txBox="1"/>
          <p:nvPr>
            <p:ph idx="6" type="body"/>
          </p:nvPr>
        </p:nvSpPr>
        <p:spPr>
          <a:xfrm>
            <a:off x="8075503" y="5043737"/>
            <a:ext cx="3278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2" name="Google Shape;292;p272"/>
          <p:cNvSpPr txBox="1"/>
          <p:nvPr>
            <p:ph idx="7" type="body"/>
          </p:nvPr>
        </p:nvSpPr>
        <p:spPr>
          <a:xfrm>
            <a:off x="15839868" y="5043737"/>
            <a:ext cx="3278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Char char="•"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Montserrat Medium"/>
              <a:buNone/>
              <a:defRPr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3" name="Google Shape;293;p272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4" name="Google Shape;294;p272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295" name="Google Shape;295;p272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Photo Right Alt" showMasterSp="0">
  <p:cSld name="Title &amp; Photo Right Alt">
    <p:bg>
      <p:bgPr>
        <a:solidFill>
          <a:srgbClr val="1E1E1E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73"/>
          <p:cNvSpPr txBox="1"/>
          <p:nvPr>
            <p:ph type="title"/>
          </p:nvPr>
        </p:nvSpPr>
        <p:spPr>
          <a:xfrm>
            <a:off x="635000" y="947191"/>
            <a:ext cx="11239500" cy="58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298" name="Google Shape;298;p273"/>
          <p:cNvSpPr txBox="1"/>
          <p:nvPr>
            <p:ph idx="1" type="body"/>
          </p:nvPr>
        </p:nvSpPr>
        <p:spPr>
          <a:xfrm>
            <a:off x="635000" y="6857376"/>
            <a:ext cx="11239500" cy="58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299" name="Google Shape;299;p273"/>
          <p:cNvSpPr/>
          <p:nvPr>
            <p:ph idx="2" type="pic"/>
          </p:nvPr>
        </p:nvSpPr>
        <p:spPr>
          <a:xfrm>
            <a:off x="12515391" y="951149"/>
            <a:ext cx="11243700" cy="11310900"/>
          </a:xfrm>
          <a:prstGeom prst="rect">
            <a:avLst/>
          </a:prstGeom>
          <a:noFill/>
          <a:ln>
            <a:noFill/>
          </a:ln>
        </p:spPr>
      </p:sp>
      <p:sp>
        <p:nvSpPr>
          <p:cNvPr id="300" name="Google Shape;300;p273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1" name="Google Shape;301;p273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302" name="Google Shape;302;p273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Photo Left Alt" showMasterSp="0">
  <p:cSld name="Title &amp; Photo Left Alt">
    <p:bg>
      <p:bgPr>
        <a:solidFill>
          <a:srgbClr val="1E1E1E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4"/>
          <p:cNvSpPr txBox="1"/>
          <p:nvPr>
            <p:ph type="title"/>
          </p:nvPr>
        </p:nvSpPr>
        <p:spPr>
          <a:xfrm>
            <a:off x="12517573" y="947191"/>
            <a:ext cx="11239500" cy="58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305" name="Google Shape;305;p274"/>
          <p:cNvSpPr txBox="1"/>
          <p:nvPr>
            <p:ph idx="1" type="body"/>
          </p:nvPr>
        </p:nvSpPr>
        <p:spPr>
          <a:xfrm>
            <a:off x="12517573" y="6857376"/>
            <a:ext cx="11239500" cy="58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06" name="Google Shape;306;p274"/>
          <p:cNvSpPr/>
          <p:nvPr>
            <p:ph idx="2" type="pic"/>
          </p:nvPr>
        </p:nvSpPr>
        <p:spPr>
          <a:xfrm>
            <a:off x="629184" y="951149"/>
            <a:ext cx="11243700" cy="113109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274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8" name="Google Shape;308;p274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309" name="Google Shape;309;p274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 Right" showMasterSp="0">
  <p:cSld name="Title, Bullets &amp; Photo Right">
    <p:bg>
      <p:bgPr>
        <a:solidFill>
          <a:srgbClr val="1E1E1E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75"/>
          <p:cNvSpPr txBox="1"/>
          <p:nvPr>
            <p:ph idx="1" type="body"/>
          </p:nvPr>
        </p:nvSpPr>
        <p:spPr>
          <a:xfrm>
            <a:off x="635000" y="1902968"/>
            <a:ext cx="11239500" cy="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12" name="Google Shape;312;p275"/>
          <p:cNvSpPr txBox="1"/>
          <p:nvPr>
            <p:ph idx="2" type="body"/>
          </p:nvPr>
        </p:nvSpPr>
        <p:spPr>
          <a:xfrm>
            <a:off x="635000" y="3490744"/>
            <a:ext cx="11239500" cy="92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13" name="Google Shape;313;p275"/>
          <p:cNvSpPr txBox="1"/>
          <p:nvPr>
            <p:ph type="title"/>
          </p:nvPr>
        </p:nvSpPr>
        <p:spPr>
          <a:xfrm>
            <a:off x="635000" y="952406"/>
            <a:ext cx="11239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314" name="Google Shape;314;p275"/>
          <p:cNvSpPr/>
          <p:nvPr>
            <p:ph idx="3" type="pic"/>
          </p:nvPr>
        </p:nvSpPr>
        <p:spPr>
          <a:xfrm>
            <a:off x="12515391" y="951149"/>
            <a:ext cx="11243700" cy="11310900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275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6" name="Google Shape;316;p275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317" name="Google Shape;317;p275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 Left" showMasterSp="0">
  <p:cSld name="Title, Bullets &amp; Photo Left">
    <p:bg>
      <p:bgPr>
        <a:solidFill>
          <a:srgbClr val="1E1E1E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76"/>
          <p:cNvSpPr txBox="1"/>
          <p:nvPr>
            <p:ph idx="1" type="body"/>
          </p:nvPr>
        </p:nvSpPr>
        <p:spPr>
          <a:xfrm>
            <a:off x="12517573" y="1902968"/>
            <a:ext cx="11239500" cy="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20" name="Google Shape;320;p276"/>
          <p:cNvSpPr txBox="1"/>
          <p:nvPr>
            <p:ph idx="2" type="body"/>
          </p:nvPr>
        </p:nvSpPr>
        <p:spPr>
          <a:xfrm>
            <a:off x="12517573" y="3490744"/>
            <a:ext cx="11239500" cy="92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21" name="Google Shape;321;p276"/>
          <p:cNvSpPr txBox="1"/>
          <p:nvPr>
            <p:ph type="title"/>
          </p:nvPr>
        </p:nvSpPr>
        <p:spPr>
          <a:xfrm>
            <a:off x="12517573" y="952406"/>
            <a:ext cx="112395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322" name="Google Shape;322;p276"/>
          <p:cNvSpPr/>
          <p:nvPr>
            <p:ph idx="3" type="pic"/>
          </p:nvPr>
        </p:nvSpPr>
        <p:spPr>
          <a:xfrm>
            <a:off x="633066" y="951149"/>
            <a:ext cx="11243700" cy="11310900"/>
          </a:xfrm>
          <a:prstGeom prst="rect">
            <a:avLst/>
          </a:prstGeom>
          <a:noFill/>
          <a:ln>
            <a:noFill/>
          </a:ln>
        </p:spPr>
      </p:sp>
      <p:sp>
        <p:nvSpPr>
          <p:cNvPr id="323" name="Google Shape;323;p276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4" name="Google Shape;324;p276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325" name="Google Shape;325;p276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1/3 Containers with Images" showMasterSp="0">
  <p:cSld name="Title &amp; 1/3 Containers with Images">
    <p:bg>
      <p:bgPr>
        <a:solidFill>
          <a:srgbClr val="1E1E1E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77"/>
          <p:cNvSpPr txBox="1"/>
          <p:nvPr>
            <p:ph type="title"/>
          </p:nvPr>
        </p:nvSpPr>
        <p:spPr>
          <a:xfrm>
            <a:off x="635000" y="9525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328" name="Google Shape;328;p277"/>
          <p:cNvSpPr txBox="1"/>
          <p:nvPr>
            <p:ph idx="1" type="body"/>
          </p:nvPr>
        </p:nvSpPr>
        <p:spPr>
          <a:xfrm>
            <a:off x="635000" y="1905000"/>
            <a:ext cx="23114100" cy="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29" name="Google Shape;329;p277"/>
          <p:cNvSpPr/>
          <p:nvPr/>
        </p:nvSpPr>
        <p:spPr>
          <a:xfrm>
            <a:off x="630764" y="3490750"/>
            <a:ext cx="7305900" cy="8765400"/>
          </a:xfrm>
          <a:prstGeom prst="roundRect">
            <a:avLst>
              <a:gd fmla="val 2696" name="adj"/>
            </a:avLst>
          </a:prstGeom>
          <a:solidFill>
            <a:srgbClr val="F2F3F6"/>
          </a:solidFill>
          <a:ln>
            <a:noFill/>
          </a:ln>
        </p:spPr>
        <p:txBody>
          <a:bodyPr anchorCtr="0" anchor="t" bIns="304800" lIns="304800" spcFirstLastPara="1" rIns="304800" wrap="square" tIns="3048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4B58"/>
              </a:buClr>
              <a:buSzPts val="2400"/>
              <a:buFont typeface="Avenir"/>
              <a:buNone/>
            </a:pPr>
            <a:r>
              <a:t/>
            </a:r>
            <a:endParaRPr b="0" i="0" sz="2400" u="none" cap="none" strike="noStrik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30" name="Google Shape;330;p277"/>
          <p:cNvSpPr txBox="1"/>
          <p:nvPr>
            <p:ph idx="2" type="body"/>
          </p:nvPr>
        </p:nvSpPr>
        <p:spPr>
          <a:xfrm>
            <a:off x="626529" y="8064596"/>
            <a:ext cx="7305900" cy="4194300"/>
          </a:xfrm>
          <a:prstGeom prst="rect">
            <a:avLst/>
          </a:prstGeom>
          <a:solidFill>
            <a:srgbClr val="151B2E"/>
          </a:solidFill>
          <a:ln>
            <a:noFill/>
          </a:ln>
        </p:spPr>
        <p:txBody>
          <a:bodyPr anchorCtr="0" anchor="t" bIns="406400" lIns="406400" spcFirstLastPara="1" rIns="406400" wrap="square" tIns="4064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1" name="Google Shape;331;p277"/>
          <p:cNvSpPr/>
          <p:nvPr>
            <p:ph idx="3" type="pic"/>
          </p:nvPr>
        </p:nvSpPr>
        <p:spPr>
          <a:xfrm>
            <a:off x="635000" y="2129149"/>
            <a:ext cx="7297500" cy="7295400"/>
          </a:xfrm>
          <a:prstGeom prst="rect">
            <a:avLst/>
          </a:prstGeom>
          <a:noFill/>
          <a:ln>
            <a:noFill/>
          </a:ln>
        </p:spPr>
      </p:sp>
      <p:sp>
        <p:nvSpPr>
          <p:cNvPr id="332" name="Google Shape;332;p277"/>
          <p:cNvSpPr/>
          <p:nvPr/>
        </p:nvSpPr>
        <p:spPr>
          <a:xfrm>
            <a:off x="8539094" y="3490750"/>
            <a:ext cx="7305900" cy="8765400"/>
          </a:xfrm>
          <a:prstGeom prst="roundRect">
            <a:avLst>
              <a:gd fmla="val 2696" name="adj"/>
            </a:avLst>
          </a:prstGeom>
          <a:solidFill>
            <a:srgbClr val="F2F3F6"/>
          </a:solidFill>
          <a:ln>
            <a:noFill/>
          </a:ln>
        </p:spPr>
        <p:txBody>
          <a:bodyPr anchorCtr="0" anchor="t" bIns="304800" lIns="304800" spcFirstLastPara="1" rIns="304800" wrap="square" tIns="3048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4B58"/>
              </a:buClr>
              <a:buSzPts val="2400"/>
              <a:buFont typeface="Avenir"/>
              <a:buNone/>
            </a:pPr>
            <a:r>
              <a:t/>
            </a:r>
            <a:endParaRPr b="0" i="0" sz="2400" u="none" cap="none" strike="noStrik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33" name="Google Shape;333;p277"/>
          <p:cNvSpPr/>
          <p:nvPr>
            <p:ph idx="4" type="pic"/>
          </p:nvPr>
        </p:nvSpPr>
        <p:spPr>
          <a:xfrm>
            <a:off x="8543329" y="2129149"/>
            <a:ext cx="7297500" cy="72954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277"/>
          <p:cNvSpPr/>
          <p:nvPr/>
        </p:nvSpPr>
        <p:spPr>
          <a:xfrm>
            <a:off x="16451659" y="3490750"/>
            <a:ext cx="7305900" cy="8765400"/>
          </a:xfrm>
          <a:prstGeom prst="roundRect">
            <a:avLst>
              <a:gd fmla="val 2696" name="adj"/>
            </a:avLst>
          </a:prstGeom>
          <a:solidFill>
            <a:srgbClr val="F2F3F6"/>
          </a:solidFill>
          <a:ln>
            <a:noFill/>
          </a:ln>
        </p:spPr>
        <p:txBody>
          <a:bodyPr anchorCtr="0" anchor="t" bIns="304800" lIns="304800" spcFirstLastPara="1" rIns="304800" wrap="square" tIns="3048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4B58"/>
              </a:buClr>
              <a:buSzPts val="2400"/>
              <a:buFont typeface="Avenir"/>
              <a:buNone/>
            </a:pPr>
            <a:r>
              <a:t/>
            </a:r>
            <a:endParaRPr b="0" i="0" sz="2400" u="none" cap="none" strike="noStrike">
              <a:solidFill>
                <a:srgbClr val="64788C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335" name="Google Shape;335;p277"/>
          <p:cNvSpPr/>
          <p:nvPr>
            <p:ph idx="5" type="pic"/>
          </p:nvPr>
        </p:nvSpPr>
        <p:spPr>
          <a:xfrm>
            <a:off x="16455894" y="2129149"/>
            <a:ext cx="7297500" cy="72954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277"/>
          <p:cNvSpPr txBox="1"/>
          <p:nvPr>
            <p:ph idx="6" type="body"/>
          </p:nvPr>
        </p:nvSpPr>
        <p:spPr>
          <a:xfrm>
            <a:off x="8539094" y="8064596"/>
            <a:ext cx="7305900" cy="4194300"/>
          </a:xfrm>
          <a:prstGeom prst="rect">
            <a:avLst/>
          </a:prstGeom>
          <a:solidFill>
            <a:srgbClr val="151B2E"/>
          </a:solidFill>
          <a:ln>
            <a:noFill/>
          </a:ln>
        </p:spPr>
        <p:txBody>
          <a:bodyPr anchorCtr="0" anchor="t" bIns="406400" lIns="406400" spcFirstLastPara="1" rIns="406400" wrap="square" tIns="4064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7" name="Google Shape;337;p277"/>
          <p:cNvSpPr txBox="1"/>
          <p:nvPr>
            <p:ph idx="7" type="body"/>
          </p:nvPr>
        </p:nvSpPr>
        <p:spPr>
          <a:xfrm>
            <a:off x="16451659" y="8064596"/>
            <a:ext cx="7305900" cy="4194300"/>
          </a:xfrm>
          <a:prstGeom prst="rect">
            <a:avLst/>
          </a:prstGeom>
          <a:solidFill>
            <a:srgbClr val="151B2E"/>
          </a:solidFill>
          <a:ln>
            <a:noFill/>
          </a:ln>
        </p:spPr>
        <p:txBody>
          <a:bodyPr anchorCtr="0" anchor="t" bIns="406400" lIns="406400" spcFirstLastPara="1" rIns="406400" wrap="square" tIns="4064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8" name="Google Shape;338;p277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9" name="Google Shape;339;p277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340" name="Google Shape;340;p277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1/3 Lines with Images" showMasterSp="0">
  <p:cSld name="Title &amp; 1/3 Lines with Images">
    <p:bg>
      <p:bgPr>
        <a:solidFill>
          <a:srgbClr val="1E1E1E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78"/>
          <p:cNvSpPr txBox="1"/>
          <p:nvPr>
            <p:ph type="title"/>
          </p:nvPr>
        </p:nvSpPr>
        <p:spPr>
          <a:xfrm>
            <a:off x="635000" y="9525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343" name="Google Shape;343;p278"/>
          <p:cNvSpPr txBox="1"/>
          <p:nvPr>
            <p:ph idx="1" type="body"/>
          </p:nvPr>
        </p:nvSpPr>
        <p:spPr>
          <a:xfrm>
            <a:off x="635000" y="1905000"/>
            <a:ext cx="23114100" cy="9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44" name="Google Shape;344;p278"/>
          <p:cNvSpPr/>
          <p:nvPr>
            <p:ph idx="2" type="pic"/>
          </p:nvPr>
        </p:nvSpPr>
        <p:spPr>
          <a:xfrm>
            <a:off x="635000" y="2129149"/>
            <a:ext cx="7297500" cy="7295400"/>
          </a:xfrm>
          <a:prstGeom prst="rect">
            <a:avLst/>
          </a:prstGeom>
          <a:noFill/>
          <a:ln>
            <a:noFill/>
          </a:ln>
        </p:spPr>
      </p:sp>
      <p:sp>
        <p:nvSpPr>
          <p:cNvPr id="345" name="Google Shape;345;p278"/>
          <p:cNvSpPr/>
          <p:nvPr>
            <p:ph idx="3" type="pic"/>
          </p:nvPr>
        </p:nvSpPr>
        <p:spPr>
          <a:xfrm>
            <a:off x="8543329" y="2129149"/>
            <a:ext cx="7297500" cy="7295400"/>
          </a:xfrm>
          <a:prstGeom prst="rect">
            <a:avLst/>
          </a:prstGeom>
          <a:noFill/>
          <a:ln>
            <a:noFill/>
          </a:ln>
        </p:spPr>
      </p:sp>
      <p:sp>
        <p:nvSpPr>
          <p:cNvPr id="346" name="Google Shape;346;p278"/>
          <p:cNvSpPr/>
          <p:nvPr>
            <p:ph idx="4" type="pic"/>
          </p:nvPr>
        </p:nvSpPr>
        <p:spPr>
          <a:xfrm>
            <a:off x="16455894" y="2129149"/>
            <a:ext cx="7297500" cy="72954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47" name="Google Shape;347;p278"/>
          <p:cNvCxnSpPr/>
          <p:nvPr/>
        </p:nvCxnSpPr>
        <p:spPr>
          <a:xfrm rot="10800000">
            <a:off x="8231279" y="3489570"/>
            <a:ext cx="0" cy="8573400"/>
          </a:xfrm>
          <a:prstGeom prst="straightConnector1">
            <a:avLst/>
          </a:prstGeom>
          <a:noFill/>
          <a:ln cap="flat" cmpd="sng" w="25400">
            <a:solidFill>
              <a:srgbClr val="E9EEF5"/>
            </a:solidFill>
            <a:prstDash val="solid"/>
            <a:miter lim="40"/>
            <a:headEnd len="sm" w="sm" type="none"/>
            <a:tailEnd len="sm" w="sm" type="none"/>
          </a:ln>
        </p:spPr>
      </p:cxnSp>
      <p:cxnSp>
        <p:nvCxnSpPr>
          <p:cNvPr id="348" name="Google Shape;348;p278"/>
          <p:cNvCxnSpPr/>
          <p:nvPr/>
        </p:nvCxnSpPr>
        <p:spPr>
          <a:xfrm rot="10800000">
            <a:off x="16150936" y="3489570"/>
            <a:ext cx="0" cy="8573400"/>
          </a:xfrm>
          <a:prstGeom prst="straightConnector1">
            <a:avLst/>
          </a:prstGeom>
          <a:noFill/>
          <a:ln cap="flat" cmpd="sng" w="25400">
            <a:solidFill>
              <a:srgbClr val="E9EEF5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349" name="Google Shape;349;p278"/>
          <p:cNvSpPr txBox="1"/>
          <p:nvPr>
            <p:ph idx="5" type="body"/>
          </p:nvPr>
        </p:nvSpPr>
        <p:spPr>
          <a:xfrm>
            <a:off x="8543329" y="8037459"/>
            <a:ext cx="7305900" cy="4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400" lIns="406400" spcFirstLastPara="1" rIns="406400" wrap="square" tIns="4064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50" name="Google Shape;350;p278"/>
          <p:cNvSpPr txBox="1"/>
          <p:nvPr>
            <p:ph idx="6" type="body"/>
          </p:nvPr>
        </p:nvSpPr>
        <p:spPr>
          <a:xfrm>
            <a:off x="16451659" y="8037459"/>
            <a:ext cx="7305900" cy="4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400" lIns="406400" spcFirstLastPara="1" rIns="406400" wrap="square" tIns="4064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51" name="Google Shape;351;p278"/>
          <p:cNvSpPr txBox="1"/>
          <p:nvPr>
            <p:ph idx="7" type="body"/>
          </p:nvPr>
        </p:nvSpPr>
        <p:spPr>
          <a:xfrm>
            <a:off x="630764" y="8037459"/>
            <a:ext cx="7305900" cy="4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06400" lIns="406400" spcFirstLastPara="1" rIns="406400" wrap="square" tIns="4064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venir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52" name="Google Shape;352;p278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278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354" name="Google Shape;354;p278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1/3 Containers w/ icons" showMasterSp="0">
  <p:cSld name="Title &amp; 1/3 Containers w/ icons">
    <p:bg>
      <p:bgPr>
        <a:solidFill>
          <a:srgbClr val="1E1E1E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79"/>
          <p:cNvSpPr txBox="1"/>
          <p:nvPr>
            <p:ph type="title"/>
          </p:nvPr>
        </p:nvSpPr>
        <p:spPr>
          <a:xfrm>
            <a:off x="635000" y="9525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357" name="Google Shape;357;p279"/>
          <p:cNvSpPr txBox="1"/>
          <p:nvPr>
            <p:ph idx="1" type="body"/>
          </p:nvPr>
        </p:nvSpPr>
        <p:spPr>
          <a:xfrm>
            <a:off x="635000" y="19050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Medium"/>
              <a:buNone/>
              <a:defRPr sz="36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3429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Char char="•"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58" name="Google Shape;358;p279"/>
          <p:cNvSpPr txBox="1"/>
          <p:nvPr>
            <p:ph idx="2" type="body"/>
          </p:nvPr>
        </p:nvSpPr>
        <p:spPr>
          <a:xfrm>
            <a:off x="1119755" y="7138864"/>
            <a:ext cx="6345000" cy="50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59" name="Google Shape;359;p279"/>
          <p:cNvSpPr/>
          <p:nvPr>
            <p:ph idx="3" type="pic"/>
          </p:nvPr>
        </p:nvSpPr>
        <p:spPr>
          <a:xfrm>
            <a:off x="2702582" y="3572793"/>
            <a:ext cx="3179400" cy="3018600"/>
          </a:xfrm>
          <a:prstGeom prst="rect">
            <a:avLst/>
          </a:prstGeom>
          <a:noFill/>
          <a:ln>
            <a:noFill/>
          </a:ln>
        </p:spPr>
      </p:sp>
      <p:sp>
        <p:nvSpPr>
          <p:cNvPr id="360" name="Google Shape;360;p279"/>
          <p:cNvSpPr/>
          <p:nvPr>
            <p:ph idx="4" type="pic"/>
          </p:nvPr>
        </p:nvSpPr>
        <p:spPr>
          <a:xfrm>
            <a:off x="10602317" y="3572793"/>
            <a:ext cx="3179400" cy="3018600"/>
          </a:xfrm>
          <a:prstGeom prst="rect">
            <a:avLst/>
          </a:prstGeom>
          <a:noFill/>
          <a:ln>
            <a:noFill/>
          </a:ln>
        </p:spPr>
      </p:sp>
      <p:sp>
        <p:nvSpPr>
          <p:cNvPr id="361" name="Google Shape;361;p279"/>
          <p:cNvSpPr/>
          <p:nvPr>
            <p:ph idx="5" type="pic"/>
          </p:nvPr>
        </p:nvSpPr>
        <p:spPr>
          <a:xfrm>
            <a:off x="18502052" y="3572793"/>
            <a:ext cx="3179400" cy="3018600"/>
          </a:xfrm>
          <a:prstGeom prst="rect">
            <a:avLst/>
          </a:prstGeom>
          <a:noFill/>
          <a:ln>
            <a:noFill/>
          </a:ln>
        </p:spPr>
      </p:sp>
      <p:sp>
        <p:nvSpPr>
          <p:cNvPr id="362" name="Google Shape;362;p279"/>
          <p:cNvSpPr txBox="1"/>
          <p:nvPr>
            <p:ph idx="6" type="body"/>
          </p:nvPr>
        </p:nvSpPr>
        <p:spPr>
          <a:xfrm>
            <a:off x="9019489" y="7138864"/>
            <a:ext cx="6345000" cy="50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63" name="Google Shape;363;p279"/>
          <p:cNvSpPr txBox="1"/>
          <p:nvPr>
            <p:ph idx="7" type="body"/>
          </p:nvPr>
        </p:nvSpPr>
        <p:spPr>
          <a:xfrm>
            <a:off x="16919224" y="7041405"/>
            <a:ext cx="6345000" cy="50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1pPr>
            <a:lvl2pPr indent="-4064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2pPr>
            <a:lvl3pPr indent="-4064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3pPr>
            <a:lvl4pPr indent="-4064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4pPr>
            <a:lvl5pPr indent="-4064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>
                <a:solidFill>
                  <a:schemeClr val="accent1"/>
                </a:solidFill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64" name="Google Shape;364;p279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" name="Google Shape;365;p279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366" name="Google Shape;366;p279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 showMasterSp="0">
  <p:cSld name="Photo - 3 Up">
    <p:bg>
      <p:bgPr>
        <a:solidFill>
          <a:srgbClr val="1E1E1E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80"/>
          <p:cNvSpPr/>
          <p:nvPr>
            <p:ph idx="2" type="pic"/>
          </p:nvPr>
        </p:nvSpPr>
        <p:spPr>
          <a:xfrm>
            <a:off x="16447675" y="654325"/>
            <a:ext cx="7296300" cy="5822700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280"/>
          <p:cNvSpPr/>
          <p:nvPr>
            <p:ph idx="3" type="pic"/>
          </p:nvPr>
        </p:nvSpPr>
        <p:spPr>
          <a:xfrm>
            <a:off x="16447675" y="6726175"/>
            <a:ext cx="7296600" cy="5822700"/>
          </a:xfrm>
          <a:prstGeom prst="rect">
            <a:avLst/>
          </a:prstGeom>
          <a:noFill/>
          <a:ln>
            <a:noFill/>
          </a:ln>
        </p:spPr>
      </p:sp>
      <p:sp>
        <p:nvSpPr>
          <p:cNvPr id="370" name="Google Shape;370;p280"/>
          <p:cNvSpPr/>
          <p:nvPr>
            <p:ph idx="4" type="pic"/>
          </p:nvPr>
        </p:nvSpPr>
        <p:spPr>
          <a:xfrm>
            <a:off x="639700" y="654601"/>
            <a:ext cx="15236700" cy="11898600"/>
          </a:xfrm>
          <a:prstGeom prst="rect">
            <a:avLst/>
          </a:prstGeom>
          <a:noFill/>
          <a:ln>
            <a:noFill/>
          </a:ln>
        </p:spPr>
      </p:sp>
      <p:sp>
        <p:nvSpPr>
          <p:cNvPr id="371" name="Google Shape;371;p280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2" name="Google Shape;372;p280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373" name="Google Shape;373;p280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 showMasterSp="0">
  <p:cSld name="Photo">
    <p:bg>
      <p:bgPr>
        <a:solidFill>
          <a:srgbClr val="1E1E1E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81"/>
          <p:cNvSpPr/>
          <p:nvPr>
            <p:ph idx="2" type="pic"/>
          </p:nvPr>
        </p:nvSpPr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ing Slide One-line" showMasterSp="0">
  <p:cSld name="Ending Slide One-line">
    <p:bg>
      <p:bgPr>
        <a:solidFill>
          <a:srgbClr val="1E1E1E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82"/>
          <p:cNvSpPr txBox="1"/>
          <p:nvPr>
            <p:ph type="title"/>
          </p:nvPr>
        </p:nvSpPr>
        <p:spPr>
          <a:xfrm>
            <a:off x="635000" y="6073795"/>
            <a:ext cx="23114100" cy="20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DFFFC"/>
              </a:buClr>
              <a:buSzPts val="11600"/>
              <a:buFont typeface="Avenir"/>
              <a:buNone/>
              <a:defRPr sz="11600">
                <a:solidFill>
                  <a:srgbClr val="FDFFFC"/>
                </a:solidFill>
              </a:defRPr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378" name="Google Shape;378;p282"/>
          <p:cNvSpPr txBox="1"/>
          <p:nvPr>
            <p:ph idx="12" type="sldNum"/>
          </p:nvPr>
        </p:nvSpPr>
        <p:spPr>
          <a:xfrm>
            <a:off x="12185751" y="12832588"/>
            <a:ext cx="3606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l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198EB5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l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198EB5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l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198EB5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l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198EB5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l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198EB5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l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198EB5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l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198EB5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l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198EB5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l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198EB5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Blue" showMasterSp="0">
  <p:cSld name="Blank Blue">
    <p:bg>
      <p:bgPr>
        <a:solidFill>
          <a:srgbClr val="1E1E1E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83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w/o footer)" showMasterSp="0">
  <p:cSld name="Blank (w/o footer)">
    <p:bg>
      <p:bgPr>
        <a:solidFill>
          <a:srgbClr val="1E1E1E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w/footer)" showMasterSp="0">
  <p:cSld name="Blank (w/footer)">
    <p:bg>
      <p:bgPr>
        <a:solidFill>
          <a:srgbClr val="1E1E1E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85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4" name="Google Shape;384;p285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385" name="Google Shape;385;p285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antasy Blue" showMasterSp="0">
  <p:cSld name="Background Fantasy Blue">
    <p:bg>
      <p:bgPr>
        <a:solidFill>
          <a:srgbClr val="1E1E1E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86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8" name="Google Shape;388;p286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389" name="Google Shape;389;p286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Fantasy Blue 2" showMasterSp="0">
  <p:cSld name="Background Fantasy Blue 2">
    <p:bg>
      <p:bgPr>
        <a:solidFill>
          <a:srgbClr val="1E1E1E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87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2" name="Google Shape;392;p287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393" name="Google Shape;393;p287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Paragraph @ Top 1" showMasterSp="0">
  <p:cSld name="Title &amp; Paragraph @ Top (g3e8b8538c2d_14_0)">
    <p:bg>
      <p:bgPr>
        <a:solidFill>
          <a:srgbClr val="1E1E1E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88"/>
          <p:cNvSpPr txBox="1"/>
          <p:nvPr>
            <p:ph type="title"/>
          </p:nvPr>
        </p:nvSpPr>
        <p:spPr>
          <a:xfrm>
            <a:off x="635000" y="952500"/>
            <a:ext cx="22733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8EB5"/>
              </a:buClr>
              <a:buSzPts val="1800"/>
              <a:buNone/>
              <a:defRPr/>
            </a:lvl9pPr>
          </a:lstStyle>
          <a:p/>
        </p:txBody>
      </p:sp>
      <p:sp>
        <p:nvSpPr>
          <p:cNvPr id="396" name="Google Shape;396;p288"/>
          <p:cNvSpPr txBox="1"/>
          <p:nvPr>
            <p:ph idx="1" type="body"/>
          </p:nvPr>
        </p:nvSpPr>
        <p:spPr>
          <a:xfrm>
            <a:off x="635000" y="1905000"/>
            <a:ext cx="227322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28600" lvl="5" marL="2743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indent="-228600" lvl="6" marL="32004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indent="-228600" lvl="7" marL="36576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indent="-228600" lvl="8" marL="41148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ontserrat Medium"/>
              <a:buNone/>
              <a:defRPr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/>
        </p:txBody>
      </p:sp>
      <p:sp>
        <p:nvSpPr>
          <p:cNvPr id="397" name="Google Shape;397;p288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x2 blocks 1" showMasterSp="0">
  <p:cSld name="2x2 blocks_1">
    <p:bg>
      <p:bgPr>
        <a:solidFill>
          <a:srgbClr val="1E1E1E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89"/>
          <p:cNvSpPr txBox="1"/>
          <p:nvPr/>
        </p:nvSpPr>
        <p:spPr>
          <a:xfrm>
            <a:off x="21410170" y="13043410"/>
            <a:ext cx="19200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78909C"/>
                </a:solidFill>
                <a:latin typeface="Montserrat"/>
                <a:ea typeface="Montserrat"/>
                <a:cs typeface="Montserrat"/>
                <a:sym typeface="Montserrat"/>
              </a:rPr>
              <a:t>Internal Use Only </a:t>
            </a:r>
            <a:endParaRPr b="0" i="0" sz="1300" u="none" cap="none" strike="noStrike">
              <a:solidFill>
                <a:srgbClr val="7890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00" name="Google Shape;400;p289"/>
          <p:cNvCxnSpPr/>
          <p:nvPr/>
        </p:nvCxnSpPr>
        <p:spPr>
          <a:xfrm rot="10800000">
            <a:off x="23439483" y="13087992"/>
            <a:ext cx="0" cy="252000"/>
          </a:xfrm>
          <a:prstGeom prst="straightConnector1">
            <a:avLst/>
          </a:prstGeom>
          <a:noFill/>
          <a:ln cap="flat" cmpd="sng" w="25400">
            <a:solidFill>
              <a:srgbClr val="78909C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401" name="Google Shape;401;p289"/>
          <p:cNvSpPr txBox="1"/>
          <p:nvPr/>
        </p:nvSpPr>
        <p:spPr>
          <a:xfrm>
            <a:off x="23601985" y="13087470"/>
            <a:ext cx="543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fld id="{00000000-1234-1234-1234-123412341234}" type="slidenum">
              <a:rPr b="0" i="0" lang="en-US" sz="1600" u="none" cap="none" strike="noStrike">
                <a:solidFill>
                  <a:srgbClr val="78909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600" u="none" cap="none" strike="noStrike">
              <a:solidFill>
                <a:srgbClr val="78909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101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8"/>
          <p:cNvSpPr txBox="1"/>
          <p:nvPr>
            <p:ph type="title"/>
          </p:nvPr>
        </p:nvSpPr>
        <p:spPr>
          <a:xfrm>
            <a:off x="635000" y="952500"/>
            <a:ext cx="231141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286C4"/>
              </a:buClr>
              <a:buSzPts val="5400"/>
              <a:buFont typeface="Montserrat SemiBold"/>
              <a:buNone/>
              <a:defRPr b="0" i="0" sz="5400" u="none" cap="none" strike="noStrike">
                <a:solidFill>
                  <a:srgbClr val="3286C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286C4"/>
              </a:buClr>
              <a:buSzPts val="5400"/>
              <a:buFont typeface="Montserrat SemiBold"/>
              <a:buNone/>
              <a:defRPr b="0" i="0" sz="5400" u="none" cap="none" strike="noStrike">
                <a:solidFill>
                  <a:srgbClr val="3286C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286C4"/>
              </a:buClr>
              <a:buSzPts val="5400"/>
              <a:buFont typeface="Montserrat SemiBold"/>
              <a:buNone/>
              <a:defRPr b="0" i="0" sz="5400" u="none" cap="none" strike="noStrike">
                <a:solidFill>
                  <a:srgbClr val="3286C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286C4"/>
              </a:buClr>
              <a:buSzPts val="5400"/>
              <a:buFont typeface="Montserrat SemiBold"/>
              <a:buNone/>
              <a:defRPr b="0" i="0" sz="5400" u="none" cap="none" strike="noStrike">
                <a:solidFill>
                  <a:srgbClr val="3286C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286C4"/>
              </a:buClr>
              <a:buSzPts val="5400"/>
              <a:buFont typeface="Montserrat SemiBold"/>
              <a:buNone/>
              <a:defRPr b="0" i="0" sz="5400" u="none" cap="none" strike="noStrike">
                <a:solidFill>
                  <a:srgbClr val="3286C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286C4"/>
              </a:buClr>
              <a:buSzPts val="5400"/>
              <a:buFont typeface="Montserrat SemiBold"/>
              <a:buNone/>
              <a:defRPr b="0" i="0" sz="5400" u="none" cap="none" strike="noStrike">
                <a:solidFill>
                  <a:srgbClr val="3286C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286C4"/>
              </a:buClr>
              <a:buSzPts val="5400"/>
              <a:buFont typeface="Montserrat SemiBold"/>
              <a:buNone/>
              <a:defRPr b="0" i="0" sz="5400" u="none" cap="none" strike="noStrike">
                <a:solidFill>
                  <a:srgbClr val="3286C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286C4"/>
              </a:buClr>
              <a:buSzPts val="5400"/>
              <a:buFont typeface="Montserrat SemiBold"/>
              <a:buNone/>
              <a:defRPr b="0" i="0" sz="5400" u="none" cap="none" strike="noStrike">
                <a:solidFill>
                  <a:srgbClr val="3286C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286C4"/>
              </a:buClr>
              <a:buSzPts val="5400"/>
              <a:buFont typeface="Montserrat SemiBold"/>
              <a:buNone/>
              <a:defRPr b="0" i="0" sz="5400" u="none" cap="none" strike="noStrike">
                <a:solidFill>
                  <a:srgbClr val="3286C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7" name="Google Shape;7;p138"/>
          <p:cNvSpPr txBox="1"/>
          <p:nvPr/>
        </p:nvSpPr>
        <p:spPr>
          <a:xfrm>
            <a:off x="21365835" y="12807290"/>
            <a:ext cx="1945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r>
              <a:rPr b="0" i="0" lang="en-US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rPr>
              <a:t>Internal Use Only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" name="Google Shape;8;p138"/>
          <p:cNvCxnSpPr/>
          <p:nvPr/>
        </p:nvCxnSpPr>
        <p:spPr>
          <a:xfrm rot="10800000">
            <a:off x="23403847" y="12876631"/>
            <a:ext cx="0" cy="252300"/>
          </a:xfrm>
          <a:prstGeom prst="straightConnector1">
            <a:avLst/>
          </a:prstGeom>
          <a:noFill/>
          <a:ln cap="flat" cmpd="sng" w="12700">
            <a:solidFill>
              <a:srgbClr val="8295A8"/>
            </a:solidFill>
            <a:prstDash val="solid"/>
            <a:miter lim="40"/>
            <a:headEnd len="sm" w="sm" type="none"/>
            <a:tailEnd len="sm" w="sm" type="none"/>
          </a:ln>
        </p:spPr>
      </p:cxnSp>
      <p:sp>
        <p:nvSpPr>
          <p:cNvPr id="9" name="Google Shape;9;p138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indent="0" lvl="1" marL="0" marR="0" rtl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indent="0" lvl="2" marL="0" marR="0" rtl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indent="0" lvl="3" marL="0" marR="0" rtl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indent="0" lvl="4" marL="0" marR="0" rtl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indent="0" lvl="5" marL="0" marR="0" rtl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6pPr>
            <a:lvl7pPr indent="0" lvl="6" marL="0" marR="0" rtl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7pPr>
            <a:lvl8pPr indent="0" lvl="7" marL="0" marR="0" rtl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8pPr>
            <a:lvl9pPr indent="0" lvl="8" marL="0" marR="0" rtl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  <a:defRPr b="0" i="0" sz="1600" u="none" cap="none" strike="noStrike">
                <a:solidFill>
                  <a:srgbClr val="8295A8"/>
                </a:solidFill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" name="Google Shape;10;p138"/>
          <p:cNvSpPr txBox="1"/>
          <p:nvPr>
            <p:ph idx="1" type="body"/>
          </p:nvPr>
        </p:nvSpPr>
        <p:spPr>
          <a:xfrm>
            <a:off x="1206500" y="4248504"/>
            <a:ext cx="21971100" cy="82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Char char="•"/>
              <a:defRPr b="0" i="0" sz="28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Char char="•"/>
              <a:defRPr b="0" i="0" sz="28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28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286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4064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Char char="•"/>
              <a:defRPr b="0" i="0" sz="28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286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286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286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286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fb00602a55_0_24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‹#›</a:t>
            </a:fld>
            <a:endParaRPr b="0" i="0" sz="1600" u="none" cap="none" strike="noStrike">
              <a:solidFill>
                <a:schemeClr val="accen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07" name="Google Shape;407;g3fb00602a55_0_24"/>
          <p:cNvSpPr txBox="1"/>
          <p:nvPr/>
        </p:nvSpPr>
        <p:spPr>
          <a:xfrm>
            <a:off x="6724050" y="6067800"/>
            <a:ext cx="10935900" cy="22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E2E9E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Business Data Catalog </a:t>
            </a:r>
            <a:endParaRPr b="0" i="0" sz="6000" u="none" cap="none" strike="noStrike">
              <a:solidFill>
                <a:srgbClr val="E2E9EC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0"/>
              </a:spcBef>
              <a:spcAft>
                <a:spcPts val="200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t/>
            </a:r>
            <a:endParaRPr b="0" i="0" sz="6000" u="none" cap="none" strike="noStrike">
              <a:solidFill>
                <a:srgbClr val="E2E9EC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fa1797bfc0_0_28"/>
          <p:cNvSpPr/>
          <p:nvPr/>
        </p:nvSpPr>
        <p:spPr>
          <a:xfrm>
            <a:off x="7278800" y="2277700"/>
            <a:ext cx="5166300" cy="9308700"/>
          </a:xfrm>
          <a:prstGeom prst="roundRect">
            <a:avLst>
              <a:gd fmla="val 8152" name="adj"/>
            </a:avLst>
          </a:prstGeom>
          <a:solidFill>
            <a:srgbClr val="01073E"/>
          </a:solidFill>
          <a:ln>
            <a:noFill/>
          </a:ln>
          <a:effectLst>
            <a:outerShdw blurRad="714375" rotWithShape="0" algn="bl">
              <a:srgbClr val="E2E9EC">
                <a:alpha val="25098"/>
              </a:srgbClr>
            </a:outerShdw>
          </a:effectLst>
        </p:spPr>
        <p:txBody>
          <a:bodyPr anchorCtr="0" anchor="t" bIns="228600" lIns="228600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E2E9E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3" name="Google Shape;413;g3fa1797bfc0_0_28"/>
          <p:cNvSpPr/>
          <p:nvPr/>
        </p:nvSpPr>
        <p:spPr>
          <a:xfrm>
            <a:off x="7242225" y="2235200"/>
            <a:ext cx="5202900" cy="9380700"/>
          </a:xfrm>
          <a:prstGeom prst="roundRect">
            <a:avLst>
              <a:gd fmla="val 8152" name="adj"/>
            </a:avLst>
          </a:prstGeom>
          <a:solidFill>
            <a:srgbClr val="FFFFFF">
              <a:alpha val="5098"/>
            </a:srgbClr>
          </a:solidFill>
          <a:ln cap="flat" cmpd="sng" w="76200">
            <a:solidFill>
              <a:srgbClr val="5FA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228600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rgbClr val="5FA5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2900" u="none" cap="none" strike="noStrike">
                <a:solidFill>
                  <a:srgbClr val="5FA5FF"/>
                </a:solidFill>
                <a:latin typeface="Montserrat"/>
                <a:ea typeface="Montserrat"/>
                <a:cs typeface="Montserrat"/>
                <a:sym typeface="Montserrat"/>
              </a:rPr>
              <a:t>MVP Development</a:t>
            </a:r>
            <a:endParaRPr b="0" i="0" sz="1800" u="none" cap="none" strike="noStrike">
              <a:solidFill>
                <a:srgbClr val="E2E9EC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A5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Target Jan 31, 2027</a:t>
            </a:r>
            <a:endParaRPr b="0" i="0" sz="2400" u="none" cap="none" strike="noStrike">
              <a:solidFill>
                <a:srgbClr val="5FA5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FA5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FA5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8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•  P1 build: Search &amp; Discovery, Business Glossary, Catalog Browse, Asset Detail</a:t>
            </a:r>
            <a:endParaRPr b="0" i="0" sz="18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8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•  P2 build: Stewardship, Access Controls, trust flags (endorse / warn / deprecate))</a:t>
            </a:r>
            <a:endParaRPr b="0" i="0" sz="18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8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•  Alation API extract → OMS load</a:t>
            </a:r>
            <a:endParaRPr b="0" i="0" sz="18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180000" lvl="0" marL="1800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8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•  AI description suggestions with human endorsement gate</a:t>
            </a:r>
            <a:endParaRPr b="0" i="0" sz="24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14" name="Google Shape;414;g3fa1797bfc0_0_28"/>
          <p:cNvSpPr txBox="1"/>
          <p:nvPr>
            <p:ph idx="12" type="sldNum"/>
          </p:nvPr>
        </p:nvSpPr>
        <p:spPr>
          <a:xfrm>
            <a:off x="62601584" y="34197792"/>
            <a:ext cx="907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5" name="Google Shape;415;g3fa1797bfc0_0_28"/>
          <p:cNvSpPr/>
          <p:nvPr/>
        </p:nvSpPr>
        <p:spPr>
          <a:xfrm>
            <a:off x="12855990" y="2235200"/>
            <a:ext cx="5025000" cy="9380700"/>
          </a:xfrm>
          <a:prstGeom prst="roundRect">
            <a:avLst>
              <a:gd fmla="val 8152" name="adj"/>
            </a:avLst>
          </a:prstGeom>
          <a:solidFill>
            <a:srgbClr val="FD5E78">
              <a:alpha val="5098"/>
            </a:srgbClr>
          </a:solidFill>
          <a:ln cap="flat" cmpd="sng" w="7620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228600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rgbClr val="FD5E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D5E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D5E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B8C7D0"/>
                </a:solidFill>
                <a:latin typeface="Montserrat"/>
                <a:ea typeface="Montserrat"/>
                <a:cs typeface="Montserrat"/>
                <a:sym typeface="Montserrat"/>
              </a:rPr>
              <a:t>Migration, UAT &amp; Launch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B8C7D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Target May 1, 2027</a:t>
            </a:r>
            <a:endParaRPr b="0" i="0" sz="2400" u="none" cap="none" strike="noStrike">
              <a:solidFill>
                <a:srgbClr val="B8C7D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B8C7D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6A8095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Alation → OMS metadata load — glossary, articles, endorsements, tags</a:t>
            </a:r>
            <a:endParaRPr b="0" i="0" sz="18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6A8095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Parallel run &amp; steward UAT — link integrity and search parity checks</a:t>
            </a:r>
            <a:endParaRPr b="0" i="0" sz="18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6A8095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•Stabilization, defect burn-down, and cutover readiness for 700+ users</a:t>
            </a:r>
            <a:endParaRPr b="0" i="0" sz="18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rgbClr val="B8C7D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16" name="Google Shape;416;g3fa1797bfc0_0_28"/>
          <p:cNvSpPr/>
          <p:nvPr/>
        </p:nvSpPr>
        <p:spPr>
          <a:xfrm>
            <a:off x="18317125" y="2235200"/>
            <a:ext cx="5025000" cy="9380700"/>
          </a:xfrm>
          <a:prstGeom prst="roundRect">
            <a:avLst>
              <a:gd fmla="val 8152" name="adj"/>
            </a:avLst>
          </a:prstGeom>
          <a:solidFill>
            <a:srgbClr val="928AFF">
              <a:alpha val="5098"/>
            </a:srgbClr>
          </a:solidFill>
          <a:ln cap="flat" cmpd="sng" w="7620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228600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rgbClr val="928A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rgbClr val="928A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928A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B8C7D0"/>
                </a:solidFill>
                <a:latin typeface="Montserrat"/>
                <a:ea typeface="Montserrat"/>
                <a:cs typeface="Montserrat"/>
                <a:sym typeface="Montserrat"/>
              </a:rPr>
              <a:t>Enriched Metadata at Scale</a:t>
            </a:r>
            <a:endParaRPr b="0" i="0" sz="1800" u="none" cap="none" strike="noStrike">
              <a:solidFill>
                <a:srgbClr val="E2E9EC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B8C7D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FY27 Q2+</a:t>
            </a:r>
            <a:endParaRPr b="0" i="0" sz="2400" u="none" cap="none" strike="noStrike">
              <a:solidFill>
                <a:srgbClr val="B8C7D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B8C7D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6A8095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Prepopulated descriptions and metadata from direct data-source scanning</a:t>
            </a:r>
            <a:endParaRPr b="0" i="0" sz="18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6A8095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Expanded data sources via 626 connectors beyond Snowflake</a:t>
            </a:r>
            <a:endParaRPr b="0" i="0" sz="18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6A8095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Admin analytics UI and product pages</a:t>
            </a:r>
            <a:endParaRPr b="0" i="0" sz="18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6A8095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Provenance badges and automated curation with steward review </a:t>
            </a:r>
            <a:endParaRPr b="0" i="0" sz="16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60"/>
              </a:spcBef>
              <a:spcAft>
                <a:spcPts val="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17" name="Google Shape;417;g3fa1797bfc0_0_28"/>
          <p:cNvSpPr/>
          <p:nvPr/>
        </p:nvSpPr>
        <p:spPr>
          <a:xfrm>
            <a:off x="1855925" y="2235200"/>
            <a:ext cx="4864800" cy="9380700"/>
          </a:xfrm>
          <a:prstGeom prst="roundRect">
            <a:avLst>
              <a:gd fmla="val 8152" name="adj"/>
            </a:avLst>
          </a:prstGeom>
          <a:solidFill>
            <a:srgbClr val="FFFFFF">
              <a:alpha val="5098"/>
            </a:srgbClr>
          </a:solidFill>
          <a:ln cap="flat" cmpd="sng" w="76200">
            <a:solidFill>
              <a:srgbClr val="61EB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228600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rgbClr val="61EB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61EB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61EBA7"/>
                </a:solidFill>
                <a:latin typeface="Montserrat"/>
                <a:ea typeface="Montserrat"/>
                <a:cs typeface="Montserrat"/>
                <a:sym typeface="Montserrat"/>
              </a:rPr>
              <a:t>Requirements &amp; Solution Design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61EB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June - Oct 2026</a:t>
            </a:r>
            <a:endParaRPr b="0" i="0" sz="2400" u="none" cap="none" strike="noStrike">
              <a:solidFill>
                <a:srgbClr val="61EB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61EB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E2E9EC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40+ requirements documented across feature inventory matrix </a:t>
            </a:r>
            <a:endParaRPr b="0" i="0" sz="18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E2E9EC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MVP features identified; Alation feature parity refined for must-haves </a:t>
            </a:r>
            <a:endParaRPr b="0" i="0" sz="18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E2E9EC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Alation Feedback Review sessions conducted with active users</a:t>
            </a:r>
            <a:endParaRPr b="0" i="0" sz="18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E2E9EC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OMS capability and field mapping done </a:t>
            </a:r>
            <a:endParaRPr b="0" i="0" sz="18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EB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18" name="Google Shape;418;g3fa1797bfc0_0_28"/>
          <p:cNvSpPr txBox="1"/>
          <p:nvPr/>
        </p:nvSpPr>
        <p:spPr>
          <a:xfrm>
            <a:off x="629467" y="546627"/>
            <a:ext cx="22203900" cy="12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Business Data Catalog “BDC”  (aka Alation migration) Roadmap 2026-2027</a:t>
            </a:r>
            <a:endParaRPr b="0" i="0" sz="36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Our milestones and where we stand today</a:t>
            </a:r>
            <a:endParaRPr b="0" i="0" sz="30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19" name="Google Shape;419;g3fa1797bfc0_0_28"/>
          <p:cNvSpPr/>
          <p:nvPr/>
        </p:nvSpPr>
        <p:spPr>
          <a:xfrm>
            <a:off x="13196253" y="2568551"/>
            <a:ext cx="1278300" cy="564900"/>
          </a:xfrm>
          <a:prstGeom prst="roundRect">
            <a:avLst>
              <a:gd fmla="val 50000" name="adj"/>
            </a:avLst>
          </a:prstGeom>
          <a:solidFill>
            <a:srgbClr val="1A3166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B8C7D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NEXT</a:t>
            </a:r>
            <a:endParaRPr b="0" i="0" sz="2400" u="none" cap="none" strike="noStrike">
              <a:solidFill>
                <a:srgbClr val="B8C7D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0" name="Google Shape;420;g3fa1797bfc0_0_28"/>
          <p:cNvSpPr/>
          <p:nvPr/>
        </p:nvSpPr>
        <p:spPr>
          <a:xfrm>
            <a:off x="7628829" y="2568551"/>
            <a:ext cx="2306400" cy="564900"/>
          </a:xfrm>
          <a:prstGeom prst="roundRect">
            <a:avLst>
              <a:gd fmla="val 50000" name="adj"/>
            </a:avLst>
          </a:prstGeom>
          <a:solidFill>
            <a:srgbClr val="5FA5FF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 FLIGHT</a:t>
            </a:r>
            <a:endParaRPr b="0" i="0" sz="2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1" name="Google Shape;421;g3fa1797bfc0_0_28"/>
          <p:cNvSpPr/>
          <p:nvPr/>
        </p:nvSpPr>
        <p:spPr>
          <a:xfrm>
            <a:off x="2246517" y="2568551"/>
            <a:ext cx="2306400" cy="564900"/>
          </a:xfrm>
          <a:prstGeom prst="roundRect">
            <a:avLst>
              <a:gd fmla="val 50000" name="adj"/>
            </a:avLst>
          </a:prstGeom>
          <a:solidFill>
            <a:srgbClr val="61EBA7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DELIVERED</a:t>
            </a:r>
            <a:endParaRPr b="0" i="0" sz="2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2" name="Google Shape;422;g3fa1797bfc0_0_28"/>
          <p:cNvSpPr/>
          <p:nvPr/>
        </p:nvSpPr>
        <p:spPr>
          <a:xfrm>
            <a:off x="18708725" y="2568551"/>
            <a:ext cx="1982400" cy="564900"/>
          </a:xfrm>
          <a:prstGeom prst="roundRect">
            <a:avLst>
              <a:gd fmla="val 50000" name="adj"/>
            </a:avLst>
          </a:prstGeom>
          <a:solidFill>
            <a:srgbClr val="1A3166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FUTURE</a:t>
            </a:r>
            <a:endParaRPr b="0" i="0" sz="24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3" name="Google Shape;423;g3fa1797bfc0_0_28"/>
          <p:cNvSpPr/>
          <p:nvPr/>
        </p:nvSpPr>
        <p:spPr>
          <a:xfrm>
            <a:off x="3797250" y="12245560"/>
            <a:ext cx="16954500" cy="121500"/>
          </a:xfrm>
          <a:prstGeom prst="roundRect">
            <a:avLst>
              <a:gd fmla="val 50000" name="adj"/>
            </a:avLst>
          </a:prstGeom>
          <a:solidFill>
            <a:srgbClr val="FFFFFF">
              <a:alpha val="10196"/>
            </a:srgbClr>
          </a:solidFill>
          <a:ln>
            <a:noFill/>
          </a:ln>
          <a:effectLst>
            <a:outerShdw blurRad="285750" rotWithShape="0" algn="bl">
              <a:srgbClr val="000000">
                <a:alpha val="25098"/>
              </a:srgbClr>
            </a:outerShdw>
          </a:effectLst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4" name="Google Shape;424;g3fa1797bfc0_0_28"/>
          <p:cNvSpPr/>
          <p:nvPr/>
        </p:nvSpPr>
        <p:spPr>
          <a:xfrm>
            <a:off x="3797250" y="12207010"/>
            <a:ext cx="5999100" cy="198300"/>
          </a:xfrm>
          <a:prstGeom prst="roundRect">
            <a:avLst>
              <a:gd fmla="val 50000" name="adj"/>
            </a:avLst>
          </a:prstGeom>
          <a:solidFill>
            <a:srgbClr val="FFFFFF">
              <a:alpha val="30196"/>
            </a:srgbClr>
          </a:solidFill>
          <a:ln>
            <a:noFill/>
          </a:ln>
          <a:effectLst>
            <a:outerShdw blurRad="285750" rotWithShape="0" algn="bl">
              <a:srgbClr val="000000">
                <a:alpha val="25098"/>
              </a:srgbClr>
            </a:outerShdw>
          </a:effectLst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5" name="Google Shape;425;g3fa1797bfc0_0_28"/>
          <p:cNvSpPr/>
          <p:nvPr/>
        </p:nvSpPr>
        <p:spPr>
          <a:xfrm>
            <a:off x="9275175" y="12045910"/>
            <a:ext cx="520800" cy="520800"/>
          </a:xfrm>
          <a:prstGeom prst="ellipse">
            <a:avLst/>
          </a:prstGeom>
          <a:solidFill>
            <a:srgbClr val="5FA5FF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g3fa1797bfc0_0_28"/>
          <p:cNvSpPr/>
          <p:nvPr/>
        </p:nvSpPr>
        <p:spPr>
          <a:xfrm>
            <a:off x="3797250" y="12045910"/>
            <a:ext cx="520800" cy="520800"/>
          </a:xfrm>
          <a:prstGeom prst="ellipse">
            <a:avLst/>
          </a:prstGeom>
          <a:solidFill>
            <a:srgbClr val="61EBA7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7" name="Google Shape;427;g3fa1797bfc0_0_28"/>
          <p:cNvSpPr/>
          <p:nvPr/>
        </p:nvSpPr>
        <p:spPr>
          <a:xfrm>
            <a:off x="20231050" y="12045910"/>
            <a:ext cx="520800" cy="520800"/>
          </a:xfrm>
          <a:prstGeom prst="ellipse">
            <a:avLst/>
          </a:prstGeom>
          <a:solidFill>
            <a:srgbClr val="02205C"/>
          </a:solidFill>
          <a:ln cap="flat" cmpd="sng" w="114325">
            <a:solidFill>
              <a:srgbClr val="1B3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8" name="Google Shape;428;g3fa1797bfc0_0_28"/>
          <p:cNvSpPr txBox="1"/>
          <p:nvPr/>
        </p:nvSpPr>
        <p:spPr>
          <a:xfrm>
            <a:off x="2001725" y="9387675"/>
            <a:ext cx="4719000" cy="18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61EBA7"/>
                </a:solidFill>
                <a:latin typeface="Montserrat"/>
                <a:ea typeface="Montserrat"/>
                <a:cs typeface="Montserrat"/>
                <a:sym typeface="Montserrat"/>
              </a:rPr>
              <a:t>WHAT IT UNLOCKS</a:t>
            </a:r>
            <a:endParaRPr b="1" i="0" sz="1900" u="none" cap="none" strike="noStrike">
              <a:solidFill>
                <a:srgbClr val="61EB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60"/>
              </a:spcBef>
              <a:spcAft>
                <a:spcPts val="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21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governed, business-first metadata experience on the OMS backbone — not a second store.</a:t>
            </a:r>
            <a:endParaRPr b="0" i="0" sz="21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29" name="Google Shape;429;g3fa1797bfc0_0_28"/>
          <p:cNvSpPr txBox="1"/>
          <p:nvPr/>
        </p:nvSpPr>
        <p:spPr>
          <a:xfrm>
            <a:off x="7428863" y="9402558"/>
            <a:ext cx="4719000" cy="18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5FA5FF"/>
                </a:solidFill>
                <a:latin typeface="Montserrat"/>
                <a:ea typeface="Montserrat"/>
                <a:cs typeface="Montserrat"/>
                <a:sym typeface="Montserrat"/>
              </a:rPr>
              <a:t>WHAT IT UNLOCKS</a:t>
            </a:r>
            <a:endParaRPr b="0" i="0" sz="21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Alation-exit-ready catalog for business consumers, stewards, and compliance personas.</a:t>
            </a:r>
            <a:endParaRPr b="0" i="0" sz="21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5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30" name="Google Shape;430;g3fa1797bfc0_0_28"/>
          <p:cNvSpPr txBox="1"/>
          <p:nvPr/>
        </p:nvSpPr>
        <p:spPr>
          <a:xfrm>
            <a:off x="12934772" y="9387014"/>
            <a:ext cx="45651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B8C7D0"/>
                </a:solidFill>
                <a:latin typeface="Montserrat"/>
                <a:ea typeface="Montserrat"/>
                <a:cs typeface="Montserrat"/>
                <a:sym typeface="Montserrat"/>
              </a:rPr>
              <a:t>WHAT IT UNLOCKS</a:t>
            </a:r>
            <a:endParaRPr b="1" i="0" sz="1900" u="none" cap="none" strike="noStrike">
              <a:solidFill>
                <a:srgbClr val="B8C7D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One governed interface replacing Alation for discovery, glossary, and trust signals.</a:t>
            </a:r>
            <a:endParaRPr b="1" i="0" sz="2100" u="none" cap="none" strike="noStrike">
              <a:solidFill>
                <a:srgbClr val="6A809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g3fa1797bfc0_0_28"/>
          <p:cNvSpPr txBox="1"/>
          <p:nvPr/>
        </p:nvSpPr>
        <p:spPr>
          <a:xfrm>
            <a:off x="18682302" y="9381873"/>
            <a:ext cx="4321200" cy="18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B8C7D0"/>
                </a:solidFill>
                <a:latin typeface="Montserrat"/>
                <a:ea typeface="Montserrat"/>
                <a:cs typeface="Montserrat"/>
                <a:sym typeface="Montserrat"/>
              </a:rPr>
              <a:t>WHAT IT UNLOCKS</a:t>
            </a:r>
            <a:endParaRPr b="1" i="0" sz="1900" u="none" cap="none" strike="noStrike">
              <a:solidFill>
                <a:srgbClr val="B8C7D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Business metadata maintained at scale without manual curation burden.</a:t>
            </a:r>
            <a:endParaRPr b="0" i="0" sz="18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5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32" name="Google Shape;432;g3fa1797bfc0_0_28"/>
          <p:cNvSpPr txBox="1"/>
          <p:nvPr/>
        </p:nvSpPr>
        <p:spPr>
          <a:xfrm>
            <a:off x="18291875" y="-495325"/>
            <a:ext cx="5202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spAutoFit/>
          </a:bodyPr>
          <a:lstStyle/>
          <a:p>
            <a:pPr indent="0" lvl="0" marL="241300" marR="0" rtl="0"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61EB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33" name="Google Shape;433;g3fa1797bfc0_0_28"/>
          <p:cNvSpPr/>
          <p:nvPr/>
        </p:nvSpPr>
        <p:spPr>
          <a:xfrm>
            <a:off x="9795975" y="12207150"/>
            <a:ext cx="5025000" cy="198300"/>
          </a:xfrm>
          <a:prstGeom prst="roundRect">
            <a:avLst>
              <a:gd fmla="val 50000" name="adj"/>
            </a:avLst>
          </a:prstGeom>
          <a:solidFill>
            <a:srgbClr val="1C4587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>
              <a:srgbClr val="000000">
                <a:alpha val="25098"/>
              </a:srgbClr>
            </a:outerShdw>
          </a:effectLst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4" name="Google Shape;434;g3fa1797bfc0_0_28"/>
          <p:cNvSpPr/>
          <p:nvPr/>
        </p:nvSpPr>
        <p:spPr>
          <a:xfrm>
            <a:off x="14753113" y="12045910"/>
            <a:ext cx="520800" cy="520800"/>
          </a:xfrm>
          <a:prstGeom prst="ellipse">
            <a:avLst/>
          </a:prstGeom>
          <a:solidFill>
            <a:srgbClr val="02205C"/>
          </a:solidFill>
          <a:ln cap="flat" cmpd="sng" w="1143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highlight>
                <a:schemeClr val="accent2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TextBox 438"/>
          <p:cNvSpPr txBox="1"/>
          <p:nvPr/>
        </p:nvSpPr>
        <p:spPr>
          <a:xfrm>
            <a:off x="502920" y="320040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Montserrat"/>
              </a:rPr>
              <a:t>Alation Feature Landscape — MVP vs. Beyond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0" i="1">
                <a:solidFill>
                  <a:srgbClr val="6A8095"/>
                </a:solidFill>
                <a:latin typeface="Montserrat Medium"/>
              </a:rPr>
              <a:t>We only used a subset of Alation today. Additional vendor capabilities are candidates to map into Navigator / BDC.</a:t>
            </a:r>
          </a:p>
        </p:txBody>
      </p:sp>
      <p:sp>
        <p:nvSpPr>
          <p:cNvPr id="440" name="Rounded Rectangle 439"/>
          <p:cNvSpPr/>
          <p:nvPr/>
        </p:nvSpPr>
        <p:spPr>
          <a:xfrm>
            <a:off x="502920" y="1325880"/>
            <a:ext cx="5440680" cy="5074920"/>
          </a:xfrm>
          <a:prstGeom prst="roundRect">
            <a:avLst/>
          </a:prstGeom>
          <a:solidFill>
            <a:srgbClr val="121E2B"/>
          </a:solidFill>
          <a:ln w="12700">
            <a:solidFill>
              <a:srgbClr val="2A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502920" y="1325880"/>
            <a:ext cx="109728" cy="5074920"/>
          </a:xfrm>
          <a:prstGeom prst="rect">
            <a:avLst/>
          </a:prstGeom>
          <a:solidFill>
            <a:srgbClr val="5FA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TextBox 441"/>
          <p:cNvSpPr txBox="1"/>
          <p:nvPr/>
        </p:nvSpPr>
        <p:spPr>
          <a:xfrm>
            <a:off x="758952" y="1490472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1" i="0">
                <a:solidFill>
                  <a:srgbClr val="5FA5FF"/>
                </a:solidFill>
                <a:latin typeface="Montserrat"/>
              </a:rPr>
              <a:t>MVP — In use today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6A8095"/>
                </a:solidFill>
                <a:latin typeface="Montserrat Medium"/>
              </a:rPr>
              <a:t>Must migrate for Alation exit · validated in feature inventory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758952" y="2286000"/>
            <a:ext cx="5029200" cy="3977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 i="0">
                <a:solidFill>
                  <a:srgbClr val="E2E9EC"/>
                </a:solidFill>
                <a:latin typeface="Montserrat Medium"/>
              </a:rPr>
              <a:t>•  </a:t>
            </a:r>
            <a:r>
              <a:rPr sz="1350" b="0" i="0">
                <a:solidFill>
                  <a:srgbClr val="E2E9EC"/>
                </a:solidFill>
                <a:latin typeface="Montserrat Medium"/>
              </a:rPr>
              <a:t>Search &amp; discovery — keyword search across tables, glossary, articles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 i="0">
                <a:solidFill>
                  <a:srgbClr val="E2E9EC"/>
                </a:solidFill>
                <a:latin typeface="Montserrat Medium"/>
              </a:rPr>
              <a:t>•  </a:t>
            </a:r>
            <a:r>
              <a:rPr sz="1350" b="0" i="0">
                <a:solidFill>
                  <a:srgbClr val="E2E9EC"/>
                </a:solidFill>
                <a:latin typeface="Montserrat Medium"/>
              </a:rPr>
              <a:t>Business glossary — terms, definitions, synonyms, links to assets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 i="0">
                <a:solidFill>
                  <a:srgbClr val="E2E9EC"/>
                </a:solidFill>
                <a:latin typeface="Montserrat Medium"/>
              </a:rPr>
              <a:t>•  </a:t>
            </a:r>
            <a:r>
              <a:rPr sz="1350" b="0" i="0">
                <a:solidFill>
                  <a:srgbClr val="E2E9EC"/>
                </a:solidFill>
                <a:latin typeface="Montserrat Medium"/>
              </a:rPr>
              <a:t>Catalog browse &amp; asset detail — datasource → schema → table/column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 i="0">
                <a:solidFill>
                  <a:srgbClr val="E2E9EC"/>
                </a:solidFill>
                <a:latin typeface="Montserrat Medium"/>
              </a:rPr>
              <a:t>•  </a:t>
            </a:r>
            <a:r>
              <a:rPr sz="1350" b="0" i="0">
                <a:solidFill>
                  <a:srgbClr val="E2E9EC"/>
                </a:solidFill>
                <a:latin typeface="Montserrat Medium"/>
              </a:rPr>
              <a:t>Tags, domains &amp; custom fields — classification and domain scoping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 i="0">
                <a:solidFill>
                  <a:srgbClr val="E2E9EC"/>
                </a:solidFill>
                <a:latin typeface="Montserrat Medium"/>
              </a:rPr>
              <a:t>•  </a:t>
            </a:r>
            <a:r>
              <a:rPr sz="1350" b="0" i="0">
                <a:solidFill>
                  <a:srgbClr val="E2E9EC"/>
                </a:solidFill>
                <a:latin typeface="Montserrat Medium"/>
              </a:rPr>
              <a:t>Trust flags — endorse, warn, deprecate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 i="0">
                <a:solidFill>
                  <a:srgbClr val="E2E9EC"/>
                </a:solidFill>
                <a:latin typeface="Montserrat Medium"/>
              </a:rPr>
              <a:t>•  </a:t>
            </a:r>
            <a:r>
              <a:rPr sz="1350" b="0" i="0">
                <a:solidFill>
                  <a:srgbClr val="E2E9EC"/>
                </a:solidFill>
                <a:latin typeface="Montserrat Medium"/>
              </a:rPr>
              <a:t>Ownership &amp; stewardship — business and technical stewards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 i="0">
                <a:solidFill>
                  <a:srgbClr val="E2E9EC"/>
                </a:solidFill>
                <a:latin typeface="Montserrat Medium"/>
              </a:rPr>
              <a:t>•  </a:t>
            </a:r>
            <a:r>
              <a:rPr sz="1350" b="0" i="0">
                <a:solidFill>
                  <a:srgbClr val="E2E9EC"/>
                </a:solidFill>
                <a:latin typeface="Montserrat Medium"/>
              </a:rPr>
              <a:t>Data lineage — table-level impact and upstream/downstream context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 i="0">
                <a:solidFill>
                  <a:srgbClr val="E2E9EC"/>
                </a:solidFill>
                <a:latin typeface="Montserrat Medium"/>
              </a:rPr>
              <a:t>•  </a:t>
            </a:r>
            <a:r>
              <a:rPr sz="1350" b="0" i="0">
                <a:solidFill>
                  <a:srgbClr val="E2E9EC"/>
                </a:solidFill>
                <a:latin typeface="Montserrat Medium"/>
              </a:rPr>
              <a:t>Documentation / articles &amp; folder navigation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 i="0">
                <a:solidFill>
                  <a:srgbClr val="E2E9EC"/>
                </a:solidFill>
                <a:latin typeface="Montserrat Medium"/>
              </a:rPr>
              <a:t>•  </a:t>
            </a:r>
            <a:r>
              <a:rPr sz="1350" b="0" i="0">
                <a:solidFill>
                  <a:srgbClr val="E2E9EC"/>
                </a:solidFill>
                <a:latin typeface="Montserrat Medium"/>
              </a:rPr>
              <a:t>Dataflows, bulk edit &amp; dictionary import/export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 i="0">
                <a:solidFill>
                  <a:srgbClr val="E2E9EC"/>
                </a:solidFill>
                <a:latin typeface="Montserrat Medium"/>
              </a:rPr>
              <a:t>•  </a:t>
            </a:r>
            <a:r>
              <a:rPr sz="1350" b="0" i="0">
                <a:solidFill>
                  <a:srgbClr val="E2E9EC"/>
                </a:solidFill>
                <a:latin typeface="Montserrat Medium"/>
              </a:rPr>
              <a:t>SSO, RBAC &amp; connected Snowflake sources</a:t>
            </a:r>
          </a:p>
        </p:txBody>
      </p:sp>
      <p:sp>
        <p:nvSpPr>
          <p:cNvPr id="444" name="Rounded Rectangle 443"/>
          <p:cNvSpPr/>
          <p:nvPr/>
        </p:nvSpPr>
        <p:spPr>
          <a:xfrm>
            <a:off x="6263640" y="1325880"/>
            <a:ext cx="5440680" cy="5074920"/>
          </a:xfrm>
          <a:prstGeom prst="roundRect">
            <a:avLst/>
          </a:prstGeom>
          <a:solidFill>
            <a:srgbClr val="121E2B"/>
          </a:solidFill>
          <a:ln w="12700">
            <a:solidFill>
              <a:srgbClr val="2A3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6263640" y="1325880"/>
            <a:ext cx="109728" cy="5074920"/>
          </a:xfrm>
          <a:prstGeom prst="rect">
            <a:avLst/>
          </a:prstGeom>
          <a:solidFill>
            <a:srgbClr val="61EB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TextBox 445"/>
          <p:cNvSpPr txBox="1"/>
          <p:nvPr/>
        </p:nvSpPr>
        <p:spPr>
          <a:xfrm>
            <a:off x="6519672" y="1490472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200" b="1" i="0">
                <a:solidFill>
                  <a:srgbClr val="61EBA7"/>
                </a:solidFill>
                <a:latin typeface="Montserrat"/>
              </a:rPr>
              <a:t>Beyond MVP — Map &amp; evaluate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6A8095"/>
                </a:solidFill>
                <a:latin typeface="Montserrat Medium"/>
              </a:rPr>
              <a:t>Licensed in Alation but lightly used or aspirational — roadmap input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6519672" y="2286000"/>
            <a:ext cx="5029200" cy="3977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 i="0">
                <a:solidFill>
                  <a:srgbClr val="E2E9EC"/>
                </a:solidFill>
                <a:latin typeface="Montserrat Medium"/>
              </a:rPr>
              <a:t>•  </a:t>
            </a:r>
            <a:r>
              <a:rPr sz="1350" b="0" i="0">
                <a:solidFill>
                  <a:srgbClr val="E2E9EC"/>
                </a:solidFill>
                <a:latin typeface="Montserrat Medium"/>
              </a:rPr>
              <a:t>Data Product marketplace / product pages — curated product docs, metrics, stewards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 i="0">
                <a:solidFill>
                  <a:srgbClr val="E2E9EC"/>
                </a:solidFill>
                <a:latin typeface="Montserrat Medium"/>
              </a:rPr>
              <a:t>•  </a:t>
            </a:r>
            <a:r>
              <a:rPr sz="1350" b="0" i="0">
                <a:solidFill>
                  <a:srgbClr val="E2E9EC"/>
                </a:solidFill>
                <a:latin typeface="Montserrat Medium"/>
              </a:rPr>
              <a:t>AI chat assistant &amp; description suggestions — NL discovery beyond search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 i="0">
                <a:solidFill>
                  <a:srgbClr val="E2E9EC"/>
                </a:solidFill>
                <a:latin typeface="Montserrat Medium"/>
              </a:rPr>
              <a:t>•  </a:t>
            </a:r>
            <a:r>
              <a:rPr sz="1350" b="0" i="0">
                <a:solidFill>
                  <a:srgbClr val="E2E9EC"/>
                </a:solidFill>
                <a:latin typeface="Montserrat Medium"/>
              </a:rPr>
              <a:t>Admin analytics dashboard — MAU, top searches, usage telemetry, CSV export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 i="0">
                <a:solidFill>
                  <a:srgbClr val="E2E9EC"/>
                </a:solidFill>
                <a:latin typeface="Montserrat Medium"/>
              </a:rPr>
              <a:t>•  </a:t>
            </a:r>
            <a:r>
              <a:rPr sz="1350" b="0" i="0">
                <a:solidFill>
                  <a:srgbClr val="E2E9EC"/>
                </a:solidFill>
                <a:latin typeface="Montserrat Medium"/>
              </a:rPr>
              <a:t>Mass set rules / catalog sets — policy and ownership at scale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 i="0">
                <a:solidFill>
                  <a:srgbClr val="E2E9EC"/>
                </a:solidFill>
                <a:latin typeface="Montserrat Medium"/>
              </a:rPr>
              <a:t>•  </a:t>
            </a:r>
            <a:r>
              <a:rPr sz="1350" b="0" i="0">
                <a:solidFill>
                  <a:srgbClr val="E2E9EC"/>
                </a:solidFill>
                <a:latin typeface="Montserrat Medium"/>
              </a:rPr>
              <a:t>Policy center — compliance rules, risk classification, governance workflows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 i="0">
                <a:solidFill>
                  <a:srgbClr val="E2E9EC"/>
                </a:solidFill>
                <a:latin typeface="Montserrat Medium"/>
              </a:rPr>
              <a:t>•  </a:t>
            </a:r>
            <a:r>
              <a:rPr sz="1350" b="0" i="0">
                <a:solidFill>
                  <a:srgbClr val="E2E9EC"/>
                </a:solidFill>
                <a:latin typeface="Montserrat Medium"/>
              </a:rPr>
              <a:t>Expanded connectors — non-Snowflake / activation tools (e.g. HighTouch)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 i="0">
                <a:solidFill>
                  <a:srgbClr val="E2E9EC"/>
                </a:solidFill>
                <a:latin typeface="Montserrat Medium"/>
              </a:rPr>
              <a:t>•  </a:t>
            </a:r>
            <a:r>
              <a:rPr sz="1350" b="0" i="0">
                <a:solidFill>
                  <a:srgbClr val="E2E9EC"/>
                </a:solidFill>
                <a:latin typeface="Montserrat Medium"/>
              </a:rPr>
              <a:t>Saved searches, favorites &amp; social / Q&amp;A on assets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 i="0">
                <a:solidFill>
                  <a:srgbClr val="E2E9EC"/>
                </a:solidFill>
                <a:latin typeface="Montserrat Medium"/>
              </a:rPr>
              <a:t>•  </a:t>
            </a:r>
            <a:r>
              <a:rPr sz="1350" b="0" i="0">
                <a:solidFill>
                  <a:srgbClr val="E2E9EC"/>
                </a:solidFill>
                <a:latin typeface="Montserrat Medium"/>
              </a:rPr>
              <a:t>Persona-based catalog views &amp; in-app help / AI how-to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 i="0">
                <a:solidFill>
                  <a:srgbClr val="E2E9EC"/>
                </a:solidFill>
                <a:latin typeface="Montserrat Medium"/>
              </a:rPr>
              <a:t>•  </a:t>
            </a:r>
            <a:r>
              <a:rPr sz="1350" b="0" i="0">
                <a:solidFill>
                  <a:srgbClr val="E2E9EC"/>
                </a:solidFill>
                <a:latin typeface="Montserrat Medium"/>
              </a:rPr>
              <a:t>Automated metadata curation (626) — scan sources, provenance, steward review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350" b="0" i="0">
                <a:solidFill>
                  <a:srgbClr val="E2E9EC"/>
                </a:solidFill>
                <a:latin typeface="Montserrat Medium"/>
              </a:rPr>
              <a:t>•  </a:t>
            </a:r>
            <a:r>
              <a:rPr sz="1350" b="0" i="0">
                <a:solidFill>
                  <a:srgbClr val="E2E9EC"/>
                </a:solidFill>
                <a:latin typeface="Montserrat Medium"/>
              </a:rPr>
              <a:t>Product pages, semantic layer &amp; enterprise governance shell (Navigator FY27+)</a:t>
            </a:r>
          </a:p>
        </p:txBody>
      </p:sp>
      <p:sp>
        <p:nvSpPr>
          <p:cNvPr id="448" name="TextBox 447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950" b="0" i="0">
                <a:solidFill>
                  <a:srgbClr val="6A8095"/>
                </a:solidFill>
                <a:latin typeface="Montserrat Medium"/>
              </a:rPr>
              <a:t>Source: Alation feature inventory matrix · capability comparison chart · stakeholder interviews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fb28ed6de4_0_29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‹#›</a:t>
            </a:fld>
            <a:endParaRPr b="0" i="0" sz="1600" u="none" cap="none" strike="noStrike">
              <a:solidFill>
                <a:schemeClr val="accen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467" name="Google Shape;467;g3fb28ed6de4_0_29"/>
          <p:cNvSpPr txBox="1"/>
          <p:nvPr/>
        </p:nvSpPr>
        <p:spPr>
          <a:xfrm>
            <a:off x="5134400" y="6132250"/>
            <a:ext cx="15981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E2E9E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 Governance Portal </a:t>
            </a:r>
            <a:endParaRPr b="0" i="0" sz="6000" u="none" cap="none" strike="noStrike">
              <a:solidFill>
                <a:srgbClr val="E2E9EC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fa1797bfc0_0_0"/>
          <p:cNvSpPr/>
          <p:nvPr/>
        </p:nvSpPr>
        <p:spPr>
          <a:xfrm>
            <a:off x="7278800" y="2277700"/>
            <a:ext cx="5166300" cy="9308700"/>
          </a:xfrm>
          <a:prstGeom prst="roundRect">
            <a:avLst>
              <a:gd fmla="val 8152" name="adj"/>
            </a:avLst>
          </a:prstGeom>
          <a:solidFill>
            <a:srgbClr val="01073E"/>
          </a:solidFill>
          <a:ln>
            <a:noFill/>
          </a:ln>
          <a:effectLst>
            <a:outerShdw blurRad="714375" rotWithShape="0" algn="bl">
              <a:srgbClr val="E2E9EC">
                <a:alpha val="25098"/>
              </a:srgbClr>
            </a:outerShdw>
          </a:effectLst>
        </p:spPr>
        <p:txBody>
          <a:bodyPr anchorCtr="0" anchor="t" bIns="228600" lIns="228600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E2E9E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g3fa1797bfc0_0_0"/>
          <p:cNvSpPr/>
          <p:nvPr/>
        </p:nvSpPr>
        <p:spPr>
          <a:xfrm>
            <a:off x="7242225" y="2235200"/>
            <a:ext cx="5202900" cy="9380700"/>
          </a:xfrm>
          <a:prstGeom prst="roundRect">
            <a:avLst>
              <a:gd fmla="val 8152" name="adj"/>
            </a:avLst>
          </a:prstGeom>
          <a:solidFill>
            <a:srgbClr val="FFFFFF">
              <a:alpha val="5098"/>
            </a:srgbClr>
          </a:solidFill>
          <a:ln cap="flat" cmpd="sng" w="76200">
            <a:solidFill>
              <a:srgbClr val="5FA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228600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rgbClr val="5FA5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5FA5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5FA5FF"/>
                </a:solidFill>
                <a:latin typeface="Montserrat"/>
                <a:ea typeface="Montserrat"/>
                <a:cs typeface="Montserrat"/>
                <a:sym typeface="Montserrat"/>
              </a:rPr>
              <a:t>Squad Creation &amp; Component Alignment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A5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Target Dec 31, 2026</a:t>
            </a:r>
            <a:endParaRPr b="0" i="0" sz="2400" u="none" cap="none" strike="noStrike">
              <a:solidFill>
                <a:srgbClr val="5FA5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28600" lvl="0" marL="466344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5FA5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6344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E2E9EC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Validate squad ↔ component mapping across 11 intake waves</a:t>
            </a:r>
            <a:endParaRPr b="0" i="0" sz="18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6344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E2E9EC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P0 decisions: policy &amp; classifications store,  and OMS/catalog scope</a:t>
            </a:r>
            <a:endParaRPr b="0" i="0" sz="18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6344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E2E9EC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Work queue model and golden-path handoffs to Navigator / downstream tools</a:t>
            </a:r>
            <a:endParaRPr b="1" i="0" sz="1800" u="none" cap="none" strike="noStrike">
              <a:solidFill>
                <a:srgbClr val="61EB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4" name="Google Shape;474;g3fa1797bfc0_0_0"/>
          <p:cNvSpPr txBox="1"/>
          <p:nvPr>
            <p:ph idx="12" type="sldNum"/>
          </p:nvPr>
        </p:nvSpPr>
        <p:spPr>
          <a:xfrm>
            <a:off x="62601584" y="34197792"/>
            <a:ext cx="907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5" name="Google Shape;475;g3fa1797bfc0_0_0"/>
          <p:cNvSpPr/>
          <p:nvPr/>
        </p:nvSpPr>
        <p:spPr>
          <a:xfrm>
            <a:off x="12855990" y="2235200"/>
            <a:ext cx="5025000" cy="9380700"/>
          </a:xfrm>
          <a:prstGeom prst="roundRect">
            <a:avLst>
              <a:gd fmla="val 8152" name="adj"/>
            </a:avLst>
          </a:prstGeom>
          <a:solidFill>
            <a:srgbClr val="FD5E78">
              <a:alpha val="5098"/>
            </a:srgbClr>
          </a:solidFill>
          <a:ln cap="flat" cmpd="sng" w="7620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228600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rgbClr val="FD5E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D5E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B8C7D0"/>
                </a:solidFill>
                <a:latin typeface="Montserrat"/>
                <a:ea typeface="Montserrat"/>
                <a:cs typeface="Montserrat"/>
                <a:sym typeface="Montserrat"/>
              </a:rPr>
              <a:t>Portal MVP Build</a:t>
            </a:r>
            <a:endParaRPr b="0" i="0" sz="1800" u="none" cap="none" strike="noStrike">
              <a:solidFill>
                <a:srgbClr val="E2E9EC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B8C7D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B8C7D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Target Jun 30, 2027</a:t>
            </a:r>
            <a:endParaRPr b="0" i="0" sz="1600" u="none" cap="none" strike="noStrike">
              <a:solidFill>
                <a:srgbClr val="AFCEE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AFCEE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8095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Live KPI federation from consent, DSR, tracker, access, and GIS systems</a:t>
            </a:r>
            <a:endParaRPr b="0" i="0" sz="18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8095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Gov App backend + read paths for classifications and policy workflows</a:t>
            </a:r>
            <a:endParaRPr b="0" i="0" sz="18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8095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Role-based landing pages and entitlement-aware work queues</a:t>
            </a:r>
            <a:endParaRPr b="0" i="0" sz="18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8095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Evidence export v1 and auditor view</a:t>
            </a:r>
            <a:endParaRPr b="0" i="0" sz="18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rgbClr val="B8C7D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6" name="Google Shape;476;g3fa1797bfc0_0_0"/>
          <p:cNvSpPr/>
          <p:nvPr/>
        </p:nvSpPr>
        <p:spPr>
          <a:xfrm>
            <a:off x="18317125" y="2235200"/>
            <a:ext cx="5025000" cy="9380700"/>
          </a:xfrm>
          <a:prstGeom prst="roundRect">
            <a:avLst>
              <a:gd fmla="val 8152" name="adj"/>
            </a:avLst>
          </a:prstGeom>
          <a:solidFill>
            <a:srgbClr val="928AFF">
              <a:alpha val="5098"/>
            </a:srgbClr>
          </a:solidFill>
          <a:ln cap="flat" cmpd="sng" w="7620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228600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rgbClr val="928A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rgbClr val="928A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928A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3000" u="none" cap="none" strike="noStrike">
                <a:solidFill>
                  <a:srgbClr val="B8C7D0"/>
                </a:solidFill>
                <a:latin typeface="Montserrat"/>
                <a:ea typeface="Montserrat"/>
                <a:cs typeface="Montserrat"/>
                <a:sym typeface="Montserrat"/>
              </a:rPr>
              <a:t>Scale &amp; Enterprise Standard</a:t>
            </a:r>
            <a:endParaRPr b="0" i="0" sz="1800" u="none" cap="none" strike="noStrike">
              <a:solidFill>
                <a:srgbClr val="E2E9EC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B8C7D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Target FY 2028</a:t>
            </a:r>
            <a:endParaRPr b="0" i="0" sz="2400" u="none" cap="none" strike="noStrike">
              <a:solidFill>
                <a:srgbClr val="B8C7D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B8C7D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8095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Metrics governance UI and executive reporting automation</a:t>
            </a:r>
            <a:endParaRPr b="0" i="0" sz="18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8095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Scheduled evidence packages tied to catalog asset IDs </a:t>
            </a:r>
            <a:endParaRPr b="0" i="0" sz="18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302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8095"/>
              </a:buClr>
              <a:buSzPts val="16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Enterprise expansion across additional segments and domains</a:t>
            </a:r>
            <a:r>
              <a:rPr b="0" i="0" lang="en-US" sz="16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 </a:t>
            </a:r>
            <a:endParaRPr b="0" i="0" sz="16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60"/>
              </a:spcBef>
              <a:spcAft>
                <a:spcPts val="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7" name="Google Shape;477;g3fa1797bfc0_0_0"/>
          <p:cNvSpPr/>
          <p:nvPr/>
        </p:nvSpPr>
        <p:spPr>
          <a:xfrm>
            <a:off x="1855925" y="2235200"/>
            <a:ext cx="4864800" cy="9380700"/>
          </a:xfrm>
          <a:prstGeom prst="roundRect">
            <a:avLst>
              <a:gd fmla="val 8152" name="adj"/>
            </a:avLst>
          </a:prstGeom>
          <a:solidFill>
            <a:srgbClr val="FFFFFF">
              <a:alpha val="5098"/>
            </a:srgbClr>
          </a:solidFill>
          <a:ln cap="flat" cmpd="sng" w="76200">
            <a:solidFill>
              <a:srgbClr val="61EB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228600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rgbClr val="61EB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61EB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61EB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61EBA7"/>
                </a:solidFill>
                <a:latin typeface="Montserrat"/>
                <a:ea typeface="Montserrat"/>
                <a:cs typeface="Montserrat"/>
                <a:sym typeface="Montserrat"/>
              </a:rPr>
              <a:t>Requirements &amp; Alignment 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61EB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July - Oct 2026</a:t>
            </a:r>
            <a:endParaRPr b="0" i="0" sz="1600" u="none" cap="none" strike="noStrike">
              <a:solidFill>
                <a:srgbClr val="61EBA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61EBA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E2E9EC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Workshop held with 26+ attendees across Governance, Foundations, and Ads </a:t>
            </a:r>
            <a:endParaRPr b="0" i="0" sz="18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E2E9EC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Aligned teams on direction, scope &amp; system boundaries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E2E9EC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Architecture diagrammed, 44 components mapped to proposed squads </a:t>
            </a:r>
            <a:endParaRPr b="1" i="0" sz="1800" u="sng" cap="none" strike="noStrike">
              <a:solidFill>
                <a:srgbClr val="61EB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EB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78" name="Google Shape;478;g3fa1797bfc0_0_0"/>
          <p:cNvSpPr txBox="1"/>
          <p:nvPr/>
        </p:nvSpPr>
        <p:spPr>
          <a:xfrm>
            <a:off x="629467" y="604592"/>
            <a:ext cx="222039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Data Governance Portal Roadmap 2026-2027</a:t>
            </a:r>
            <a:br>
              <a:rPr b="0" i="0" lang="en-US" sz="36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b="0" i="0" lang="en-US" sz="30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Our milestones and where we stand today</a:t>
            </a:r>
            <a:endParaRPr b="0" i="0" sz="30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79" name="Google Shape;479;g3fa1797bfc0_0_0"/>
          <p:cNvSpPr/>
          <p:nvPr/>
        </p:nvSpPr>
        <p:spPr>
          <a:xfrm>
            <a:off x="13196253" y="2568551"/>
            <a:ext cx="1278300" cy="564900"/>
          </a:xfrm>
          <a:prstGeom prst="roundRect">
            <a:avLst>
              <a:gd fmla="val 50000" name="adj"/>
            </a:avLst>
          </a:prstGeom>
          <a:solidFill>
            <a:srgbClr val="1A3166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B8C7D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NEXT</a:t>
            </a:r>
            <a:endParaRPr b="0" i="0" sz="2400" u="none" cap="none" strike="noStrike">
              <a:solidFill>
                <a:srgbClr val="B8C7D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80" name="Google Shape;480;g3fa1797bfc0_0_0"/>
          <p:cNvSpPr/>
          <p:nvPr/>
        </p:nvSpPr>
        <p:spPr>
          <a:xfrm>
            <a:off x="7628829" y="2568551"/>
            <a:ext cx="2306400" cy="564900"/>
          </a:xfrm>
          <a:prstGeom prst="roundRect">
            <a:avLst>
              <a:gd fmla="val 50000" name="adj"/>
            </a:avLst>
          </a:prstGeom>
          <a:solidFill>
            <a:srgbClr val="5FA5FF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 FLIGHT</a:t>
            </a:r>
            <a:endParaRPr b="0" i="0" sz="2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81" name="Google Shape;481;g3fa1797bfc0_0_0"/>
          <p:cNvSpPr/>
          <p:nvPr/>
        </p:nvSpPr>
        <p:spPr>
          <a:xfrm>
            <a:off x="2246517" y="2568551"/>
            <a:ext cx="2306400" cy="564900"/>
          </a:xfrm>
          <a:prstGeom prst="roundRect">
            <a:avLst>
              <a:gd fmla="val 50000" name="adj"/>
            </a:avLst>
          </a:prstGeom>
          <a:solidFill>
            <a:srgbClr val="61EBA7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DELIVERED</a:t>
            </a:r>
            <a:endParaRPr b="0" i="0" sz="2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82" name="Google Shape;482;g3fa1797bfc0_0_0"/>
          <p:cNvSpPr/>
          <p:nvPr/>
        </p:nvSpPr>
        <p:spPr>
          <a:xfrm>
            <a:off x="18708725" y="2568551"/>
            <a:ext cx="1982400" cy="564900"/>
          </a:xfrm>
          <a:prstGeom prst="roundRect">
            <a:avLst>
              <a:gd fmla="val 50000" name="adj"/>
            </a:avLst>
          </a:prstGeom>
          <a:solidFill>
            <a:srgbClr val="1A3166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FUTURE</a:t>
            </a:r>
            <a:endParaRPr b="0" i="0" sz="24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83" name="Google Shape;483;g3fa1797bfc0_0_0"/>
          <p:cNvSpPr/>
          <p:nvPr/>
        </p:nvSpPr>
        <p:spPr>
          <a:xfrm>
            <a:off x="3797250" y="12245560"/>
            <a:ext cx="16954500" cy="121500"/>
          </a:xfrm>
          <a:prstGeom prst="roundRect">
            <a:avLst>
              <a:gd fmla="val 50000" name="adj"/>
            </a:avLst>
          </a:prstGeom>
          <a:solidFill>
            <a:srgbClr val="FFFFFF">
              <a:alpha val="10196"/>
            </a:srgbClr>
          </a:solidFill>
          <a:ln>
            <a:noFill/>
          </a:ln>
          <a:effectLst>
            <a:outerShdw blurRad="285750" rotWithShape="0" algn="bl">
              <a:srgbClr val="000000">
                <a:alpha val="25098"/>
              </a:srgbClr>
            </a:outerShdw>
          </a:effectLst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4" name="Google Shape;484;g3fa1797bfc0_0_0"/>
          <p:cNvSpPr/>
          <p:nvPr/>
        </p:nvSpPr>
        <p:spPr>
          <a:xfrm>
            <a:off x="3797250" y="12207010"/>
            <a:ext cx="5999100" cy="198300"/>
          </a:xfrm>
          <a:prstGeom prst="roundRect">
            <a:avLst>
              <a:gd fmla="val 50000" name="adj"/>
            </a:avLst>
          </a:prstGeom>
          <a:solidFill>
            <a:srgbClr val="FFFFFF">
              <a:alpha val="30196"/>
            </a:srgbClr>
          </a:solidFill>
          <a:ln>
            <a:noFill/>
          </a:ln>
          <a:effectLst>
            <a:outerShdw blurRad="285750" rotWithShape="0" algn="bl">
              <a:srgbClr val="000000">
                <a:alpha val="25098"/>
              </a:srgbClr>
            </a:outerShdw>
          </a:effectLst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5" name="Google Shape;485;g3fa1797bfc0_0_0"/>
          <p:cNvSpPr/>
          <p:nvPr/>
        </p:nvSpPr>
        <p:spPr>
          <a:xfrm>
            <a:off x="9275175" y="12045910"/>
            <a:ext cx="520800" cy="520800"/>
          </a:xfrm>
          <a:prstGeom prst="ellipse">
            <a:avLst/>
          </a:prstGeom>
          <a:solidFill>
            <a:srgbClr val="5FA5FF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6" name="Google Shape;486;g3fa1797bfc0_0_0"/>
          <p:cNvSpPr/>
          <p:nvPr/>
        </p:nvSpPr>
        <p:spPr>
          <a:xfrm>
            <a:off x="3797250" y="12045910"/>
            <a:ext cx="520800" cy="520800"/>
          </a:xfrm>
          <a:prstGeom prst="ellipse">
            <a:avLst/>
          </a:prstGeom>
          <a:solidFill>
            <a:srgbClr val="61EBA7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7" name="Google Shape;487;g3fa1797bfc0_0_0"/>
          <p:cNvSpPr/>
          <p:nvPr/>
        </p:nvSpPr>
        <p:spPr>
          <a:xfrm>
            <a:off x="20231050" y="12045910"/>
            <a:ext cx="520800" cy="520800"/>
          </a:xfrm>
          <a:prstGeom prst="ellipse">
            <a:avLst/>
          </a:prstGeom>
          <a:solidFill>
            <a:srgbClr val="02205C"/>
          </a:solidFill>
          <a:ln cap="flat" cmpd="sng" w="114325">
            <a:solidFill>
              <a:srgbClr val="1B3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8" name="Google Shape;488;g3fa1797bfc0_0_0"/>
          <p:cNvSpPr txBox="1"/>
          <p:nvPr/>
        </p:nvSpPr>
        <p:spPr>
          <a:xfrm>
            <a:off x="2001725" y="9387675"/>
            <a:ext cx="4719000" cy="18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61EBA7"/>
                </a:solidFill>
                <a:latin typeface="Montserrat"/>
                <a:ea typeface="Montserrat"/>
                <a:cs typeface="Montserrat"/>
                <a:sym typeface="Montserrat"/>
              </a:rPr>
              <a:t>WHAT IT UNLOCKS</a:t>
            </a:r>
            <a:endParaRPr b="1" i="0" sz="1900" u="none" cap="none" strike="noStrike">
              <a:solidFill>
                <a:srgbClr val="61EB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Unlocks: Unified portal for governance posture, compliance reporting, workflows, and cross-team routing</a:t>
            </a:r>
            <a:r>
              <a:rPr b="0" i="0" lang="en-US" sz="1800" u="none" cap="none" strike="noStrike">
                <a:solidFill>
                  <a:srgbClr val="61EBA7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  <a:endParaRPr b="0" i="0" sz="21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89" name="Google Shape;489;g3fa1797bfc0_0_0"/>
          <p:cNvSpPr txBox="1"/>
          <p:nvPr/>
        </p:nvSpPr>
        <p:spPr>
          <a:xfrm>
            <a:off x="7428863" y="9402558"/>
            <a:ext cx="4719000" cy="18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5FA5FF"/>
                </a:solidFill>
                <a:latin typeface="Montserrat"/>
                <a:ea typeface="Montserrat"/>
                <a:cs typeface="Montserrat"/>
                <a:sym typeface="Montserrat"/>
              </a:rPr>
              <a:t>WHAT IT UNLOCKS</a:t>
            </a:r>
            <a:endParaRPr b="0" i="0" sz="21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Unlocks: Executable build plan with validated ownership, intake dates, and MVP scope locked.</a:t>
            </a:r>
            <a:endParaRPr b="0" i="0" sz="21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5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90" name="Google Shape;490;g3fa1797bfc0_0_0"/>
          <p:cNvSpPr txBox="1"/>
          <p:nvPr/>
        </p:nvSpPr>
        <p:spPr>
          <a:xfrm>
            <a:off x="12934772" y="9387014"/>
            <a:ext cx="4565100" cy="18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B8C7D0"/>
                </a:solidFill>
                <a:latin typeface="Montserrat"/>
                <a:ea typeface="Montserrat"/>
                <a:cs typeface="Montserrat"/>
                <a:sym typeface="Montserrat"/>
              </a:rPr>
              <a:t>WHAT IT UNLOCKS</a:t>
            </a:r>
            <a:endParaRPr b="1" i="0" sz="1900" u="none" cap="none" strike="noStrike">
              <a:solidFill>
                <a:srgbClr val="B8C7D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One live governance hub replacing dashboard sprawl with federated posture and routing.</a:t>
            </a:r>
            <a:endParaRPr b="1" i="0" sz="2100" u="none" cap="none" strike="noStrike">
              <a:solidFill>
                <a:srgbClr val="6A809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1" name="Google Shape;491;g3fa1797bfc0_0_0"/>
          <p:cNvSpPr txBox="1"/>
          <p:nvPr/>
        </p:nvSpPr>
        <p:spPr>
          <a:xfrm>
            <a:off x="18682302" y="9381873"/>
            <a:ext cx="4321200" cy="22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B8C7D0"/>
                </a:solidFill>
                <a:latin typeface="Montserrat"/>
                <a:ea typeface="Montserrat"/>
                <a:cs typeface="Montserrat"/>
                <a:sym typeface="Montserrat"/>
              </a:rPr>
              <a:t>WHAT IT UNLOCKS</a:t>
            </a:r>
            <a:endParaRPr b="1" i="0" sz="1900" u="none" cap="none" strike="noStrike">
              <a:solidFill>
                <a:srgbClr val="B8C7D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Governance proven at scale — posture, evidence, and metrics as an enterprise operating standard.</a:t>
            </a:r>
            <a:endParaRPr b="0" i="0" sz="18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5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492" name="Google Shape;492;g3fa1797bfc0_0_0"/>
          <p:cNvSpPr txBox="1"/>
          <p:nvPr/>
        </p:nvSpPr>
        <p:spPr>
          <a:xfrm>
            <a:off x="18291875" y="-495325"/>
            <a:ext cx="5202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spAutoFit/>
          </a:bodyPr>
          <a:lstStyle/>
          <a:p>
            <a:pPr indent="0" lvl="0" marL="241300" marR="0" rtl="0"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61EB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93" name="Google Shape;493;g3fa1797bfc0_0_0"/>
          <p:cNvSpPr/>
          <p:nvPr/>
        </p:nvSpPr>
        <p:spPr>
          <a:xfrm>
            <a:off x="9795975" y="12207150"/>
            <a:ext cx="5025000" cy="198300"/>
          </a:xfrm>
          <a:prstGeom prst="roundRect">
            <a:avLst>
              <a:gd fmla="val 50000" name="adj"/>
            </a:avLst>
          </a:prstGeom>
          <a:solidFill>
            <a:srgbClr val="1C4587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>
              <a:srgbClr val="000000">
                <a:alpha val="25098"/>
              </a:srgbClr>
            </a:outerShdw>
          </a:effectLst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4" name="Google Shape;494;g3fa1797bfc0_0_0"/>
          <p:cNvSpPr/>
          <p:nvPr/>
        </p:nvSpPr>
        <p:spPr>
          <a:xfrm>
            <a:off x="14753113" y="12045910"/>
            <a:ext cx="520800" cy="520800"/>
          </a:xfrm>
          <a:prstGeom prst="ellipse">
            <a:avLst/>
          </a:prstGeom>
          <a:solidFill>
            <a:srgbClr val="02205C"/>
          </a:solidFill>
          <a:ln cap="flat" cmpd="sng" w="1143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highlight>
                <a:schemeClr val="accent2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fb28ed6de4_0_34"/>
          <p:cNvSpPr txBox="1"/>
          <p:nvPr>
            <p:ph idx="12" type="sldNum"/>
          </p:nvPr>
        </p:nvSpPr>
        <p:spPr>
          <a:xfrm>
            <a:off x="23475594" y="12824172"/>
            <a:ext cx="340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accent1"/>
                </a:solidFill>
                <a:latin typeface="Avenir"/>
                <a:ea typeface="Avenir"/>
                <a:cs typeface="Avenir"/>
                <a:sym typeface="Avenir"/>
              </a:rPr>
              <a:t>‹#›</a:t>
            </a:fld>
            <a:endParaRPr b="0" i="0" sz="1600" u="none" cap="none" strike="noStrike">
              <a:solidFill>
                <a:schemeClr val="accen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00" name="Google Shape;500;g3fb28ed6de4_0_34"/>
          <p:cNvSpPr txBox="1"/>
          <p:nvPr/>
        </p:nvSpPr>
        <p:spPr>
          <a:xfrm>
            <a:off x="5134400" y="6132250"/>
            <a:ext cx="15981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E2E9EC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Sustainable Inventory Management (Kronos)</a:t>
            </a:r>
            <a:endParaRPr b="0" i="0" sz="6000" u="none" cap="none" strike="noStrike">
              <a:solidFill>
                <a:srgbClr val="E2E9EC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fa1797bfc0_0_54"/>
          <p:cNvSpPr/>
          <p:nvPr/>
        </p:nvSpPr>
        <p:spPr>
          <a:xfrm>
            <a:off x="7278800" y="2277700"/>
            <a:ext cx="5166300" cy="9308700"/>
          </a:xfrm>
          <a:prstGeom prst="roundRect">
            <a:avLst>
              <a:gd fmla="val 8152" name="adj"/>
            </a:avLst>
          </a:prstGeom>
          <a:solidFill>
            <a:srgbClr val="01073E"/>
          </a:solidFill>
          <a:ln>
            <a:noFill/>
          </a:ln>
          <a:effectLst>
            <a:outerShdw blurRad="714375" rotWithShape="0" algn="bl">
              <a:srgbClr val="E2E9EC">
                <a:alpha val="25098"/>
              </a:srgbClr>
            </a:outerShdw>
          </a:effectLst>
        </p:spPr>
        <p:txBody>
          <a:bodyPr anchorCtr="0" anchor="t" bIns="228600" lIns="228600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E2E9E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g3fa1797bfc0_0_54"/>
          <p:cNvSpPr/>
          <p:nvPr/>
        </p:nvSpPr>
        <p:spPr>
          <a:xfrm>
            <a:off x="7242225" y="2235200"/>
            <a:ext cx="5202900" cy="9380700"/>
          </a:xfrm>
          <a:prstGeom prst="roundRect">
            <a:avLst>
              <a:gd fmla="val 8152" name="adj"/>
            </a:avLst>
          </a:prstGeom>
          <a:solidFill>
            <a:srgbClr val="FFFFFF">
              <a:alpha val="5098"/>
            </a:srgbClr>
          </a:solidFill>
          <a:ln cap="flat" cmpd="sng" w="76200">
            <a:solidFill>
              <a:srgbClr val="5FA5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228600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rgbClr val="5FA5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5FA5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5FA5FF"/>
                </a:solidFill>
                <a:latin typeface="Montserrat"/>
                <a:ea typeface="Montserrat"/>
                <a:cs typeface="Montserrat"/>
                <a:sym typeface="Montserrat"/>
              </a:rPr>
              <a:t>Stabilization &amp; Further</a:t>
            </a:r>
            <a:endParaRPr b="1" i="0" sz="2900" u="none" cap="none" strike="noStrike">
              <a:solidFill>
                <a:srgbClr val="5FA5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5FA5FF"/>
                </a:solidFill>
                <a:latin typeface="Montserrat"/>
                <a:ea typeface="Montserrat"/>
                <a:cs typeface="Montserrat"/>
                <a:sym typeface="Montserrat"/>
              </a:rPr>
              <a:t>Integration</a:t>
            </a:r>
            <a:endParaRPr b="1" i="0" sz="2900" u="none" cap="none" strike="noStrike">
              <a:solidFill>
                <a:srgbClr val="5FA5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5FA5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5FA5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Target Sep 30, 2026</a:t>
            </a:r>
            <a:endParaRPr b="0" i="0" sz="2400" u="none" cap="none" strike="noStrike">
              <a:solidFill>
                <a:srgbClr val="5FA5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228600" lvl="0" marL="466344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5FA5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12192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6344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E2E9EC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Post-deployment support, UAT hardening, and steward onboarding</a:t>
            </a:r>
            <a:endParaRPr b="0" i="0" sz="18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6344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E2E9EC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SISU nav integration and AI refinement</a:t>
            </a:r>
            <a:endParaRPr b="0" i="0" sz="18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6344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E2E9EC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Default owners from service catalog; quarterly audit cadence established</a:t>
            </a:r>
            <a:endParaRPr b="0" i="0" sz="18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07" name="Google Shape;507;g3fa1797bfc0_0_54"/>
          <p:cNvSpPr txBox="1"/>
          <p:nvPr>
            <p:ph idx="12" type="sldNum"/>
          </p:nvPr>
        </p:nvSpPr>
        <p:spPr>
          <a:xfrm>
            <a:off x="62601584" y="34197792"/>
            <a:ext cx="907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spAutoFit/>
          </a:bodyPr>
          <a:lstStyle/>
          <a:p>
            <a:pPr indent="0" lvl="0" marL="0" rtl="0" algn="ctr">
              <a:lnSpc>
                <a:spcPct val="275000"/>
              </a:lnSpc>
              <a:spcBef>
                <a:spcPts val="0"/>
              </a:spcBef>
              <a:spcAft>
                <a:spcPts val="0"/>
              </a:spcAft>
              <a:buClr>
                <a:srgbClr val="8295A8"/>
              </a:buClr>
              <a:buSzPts val="1600"/>
              <a:buFont typeface="Avenir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8" name="Google Shape;508;g3fa1797bfc0_0_54"/>
          <p:cNvSpPr/>
          <p:nvPr/>
        </p:nvSpPr>
        <p:spPr>
          <a:xfrm>
            <a:off x="12855990" y="2235200"/>
            <a:ext cx="5025000" cy="9380700"/>
          </a:xfrm>
          <a:prstGeom prst="roundRect">
            <a:avLst>
              <a:gd fmla="val 8152" name="adj"/>
            </a:avLst>
          </a:prstGeom>
          <a:solidFill>
            <a:srgbClr val="FD5E78">
              <a:alpha val="5098"/>
            </a:srgbClr>
          </a:solidFill>
          <a:ln cap="flat" cmpd="sng" w="7620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228600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rgbClr val="FD5E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FD5E7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B8C7D0"/>
                </a:solidFill>
                <a:latin typeface="Montserrat"/>
                <a:ea typeface="Montserrat"/>
                <a:cs typeface="Montserrat"/>
                <a:sym typeface="Montserrat"/>
              </a:rPr>
              <a:t>Governed Inventory Enhancements</a:t>
            </a:r>
            <a:endParaRPr b="0" i="0" sz="1800" u="none" cap="none" strike="noStrike">
              <a:solidFill>
                <a:srgbClr val="E2E9EC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B8C7D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B8C7D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Target Aug 31, 2027</a:t>
            </a:r>
            <a:endParaRPr b="0" i="0" sz="1600" u="none" cap="none" strike="noStrike">
              <a:solidFill>
                <a:srgbClr val="AFCEE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6A8095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New inventory types: Brands, Products, expanded Prior Audits</a:t>
            </a:r>
            <a:endParaRPr b="0" i="0" sz="18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6A8095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Additional data source integrations </a:t>
            </a:r>
            <a:endParaRPr b="0" i="0" sz="18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6A8095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Messaging Service for business obligations; broadened access controls</a:t>
            </a:r>
            <a:endParaRPr b="0" i="0" sz="18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6A8095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Service rebrand; evaluate no-VPN domain </a:t>
            </a:r>
            <a:endParaRPr b="0" i="0" sz="18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6A8095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AI scanning intake with human trust flags, AI auto-fill, and AI agent &amp; model refinements</a:t>
            </a:r>
            <a:endParaRPr b="0" i="0" sz="18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469900" marR="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rgbClr val="B8C7D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09" name="Google Shape;509;g3fa1797bfc0_0_54"/>
          <p:cNvSpPr/>
          <p:nvPr/>
        </p:nvSpPr>
        <p:spPr>
          <a:xfrm>
            <a:off x="18317125" y="2235200"/>
            <a:ext cx="5025000" cy="9380700"/>
          </a:xfrm>
          <a:prstGeom prst="roundRect">
            <a:avLst>
              <a:gd fmla="val 8152" name="adj"/>
            </a:avLst>
          </a:prstGeom>
          <a:solidFill>
            <a:srgbClr val="928AFF">
              <a:alpha val="5098"/>
            </a:srgbClr>
          </a:solidFill>
          <a:ln cap="flat" cmpd="sng" w="76200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228600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rgbClr val="928A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rgbClr val="928A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928A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B8C7D0"/>
                </a:solidFill>
                <a:latin typeface="Montserrat"/>
                <a:ea typeface="Montserrat"/>
                <a:cs typeface="Montserrat"/>
                <a:sym typeface="Montserrat"/>
              </a:rPr>
              <a:t>Enriched Metadata at Scale </a:t>
            </a:r>
            <a:endParaRPr b="1" i="0" sz="3000" u="none" cap="none" strike="noStrike">
              <a:solidFill>
                <a:srgbClr val="B8C7D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B8C7D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B8C7D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FY 27 Q2+</a:t>
            </a:r>
            <a:endParaRPr b="0" i="0" sz="2400" u="none" cap="none" strike="noStrike">
              <a:solidFill>
                <a:srgbClr val="B8C7D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B8C7D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8095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Drift detection, quarterly attestation, and workforce reassignment</a:t>
            </a:r>
            <a:endParaRPr b="0" i="0" sz="18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8095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Federated use-case pulls from sourced and governed team inventories</a:t>
            </a:r>
            <a:endParaRPr b="0" i="0" sz="18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8095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Privacy governance graph linking assets, policies, and audit lineage</a:t>
            </a:r>
            <a:endParaRPr b="0" i="0" sz="18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10" name="Google Shape;510;g3fa1797bfc0_0_54"/>
          <p:cNvSpPr/>
          <p:nvPr/>
        </p:nvSpPr>
        <p:spPr>
          <a:xfrm>
            <a:off x="1855925" y="2235200"/>
            <a:ext cx="4864800" cy="9380700"/>
          </a:xfrm>
          <a:prstGeom prst="roundRect">
            <a:avLst>
              <a:gd fmla="val 8152" name="adj"/>
            </a:avLst>
          </a:prstGeom>
          <a:solidFill>
            <a:srgbClr val="FFFFFF">
              <a:alpha val="5098"/>
            </a:srgbClr>
          </a:solidFill>
          <a:ln cap="flat" cmpd="sng" w="76200">
            <a:solidFill>
              <a:srgbClr val="61EB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228600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1" i="0" sz="2900" u="none" cap="none" strike="noStrike">
              <a:solidFill>
                <a:srgbClr val="61EB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61EB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61EB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61EBA7"/>
                </a:solidFill>
                <a:latin typeface="Montserrat"/>
                <a:ea typeface="Montserrat"/>
                <a:cs typeface="Montserrat"/>
                <a:sym typeface="Montserrat"/>
              </a:rPr>
              <a:t>MVP Launch</a:t>
            </a:r>
            <a:endParaRPr b="1" i="0" sz="3000" u="none" cap="none" strike="noStrike">
              <a:solidFill>
                <a:srgbClr val="61EB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61EB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61EBA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Apr- Aug 2026</a:t>
            </a:r>
            <a:endParaRPr b="0" i="0" sz="1600" u="none" cap="none" strike="noStrike">
              <a:solidFill>
                <a:srgbClr val="61EBA7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E2E9EC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Canonical inventory live: Vendors, Digital Trackers, Systems, Use Cases</a:t>
            </a:r>
            <a:endParaRPr b="0" i="0" sz="18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E2E9EC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Role-locked UI, bulk intake pipeline, audit exports, and relational asset graph</a:t>
            </a:r>
            <a:endParaRPr b="0" i="0" sz="18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42900" lvl="0" marL="46990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E2E9EC"/>
              </a:buClr>
              <a:buSzPts val="1800"/>
              <a:buFont typeface="Montserrat Medium"/>
              <a:buChar char="●"/>
            </a:pPr>
            <a:r>
              <a:rPr b="0" i="0" lang="en-US" sz="18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Production rollout Aug 31; replaces fragmented spreadsheets</a:t>
            </a:r>
            <a:endParaRPr b="0" i="0" sz="18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rgbClr val="61EB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11" name="Google Shape;511;g3fa1797bfc0_0_54"/>
          <p:cNvSpPr txBox="1"/>
          <p:nvPr/>
        </p:nvSpPr>
        <p:spPr>
          <a:xfrm>
            <a:off x="629475" y="604600"/>
            <a:ext cx="18052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Sustainable Inventory Management (Kronos) Roadmap 2026-2027</a:t>
            </a:r>
            <a:br>
              <a:rPr b="0" i="0" lang="en-US" sz="36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b="0" i="0" lang="en-US" sz="3000" u="none" cap="none" strike="noStrik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Our milestones and where we stand today</a:t>
            </a:r>
            <a:endParaRPr b="0" i="0" sz="30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12" name="Google Shape;512;g3fa1797bfc0_0_54"/>
          <p:cNvSpPr/>
          <p:nvPr/>
        </p:nvSpPr>
        <p:spPr>
          <a:xfrm>
            <a:off x="13196253" y="2568551"/>
            <a:ext cx="1278300" cy="564900"/>
          </a:xfrm>
          <a:prstGeom prst="roundRect">
            <a:avLst>
              <a:gd fmla="val 50000" name="adj"/>
            </a:avLst>
          </a:prstGeom>
          <a:solidFill>
            <a:srgbClr val="1A3166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B8C7D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NEXT</a:t>
            </a:r>
            <a:endParaRPr b="0" i="0" sz="2400" u="none" cap="none" strike="noStrike">
              <a:solidFill>
                <a:srgbClr val="B8C7D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13" name="Google Shape;513;g3fa1797bfc0_0_54"/>
          <p:cNvSpPr/>
          <p:nvPr/>
        </p:nvSpPr>
        <p:spPr>
          <a:xfrm>
            <a:off x="7628829" y="2568551"/>
            <a:ext cx="2306400" cy="564900"/>
          </a:xfrm>
          <a:prstGeom prst="roundRect">
            <a:avLst>
              <a:gd fmla="val 50000" name="adj"/>
            </a:avLst>
          </a:prstGeom>
          <a:solidFill>
            <a:srgbClr val="5FA5FF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 FLIGHT</a:t>
            </a:r>
            <a:endParaRPr b="0" i="0" sz="2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14" name="Google Shape;514;g3fa1797bfc0_0_54"/>
          <p:cNvSpPr/>
          <p:nvPr/>
        </p:nvSpPr>
        <p:spPr>
          <a:xfrm>
            <a:off x="2246517" y="2568551"/>
            <a:ext cx="2306400" cy="564900"/>
          </a:xfrm>
          <a:prstGeom prst="roundRect">
            <a:avLst>
              <a:gd fmla="val 50000" name="adj"/>
            </a:avLst>
          </a:prstGeom>
          <a:solidFill>
            <a:srgbClr val="61EBA7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DELIVERED</a:t>
            </a:r>
            <a:endParaRPr b="0" i="0" sz="24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15" name="Google Shape;515;g3fa1797bfc0_0_54"/>
          <p:cNvSpPr/>
          <p:nvPr/>
        </p:nvSpPr>
        <p:spPr>
          <a:xfrm>
            <a:off x="18708725" y="2568551"/>
            <a:ext cx="1982400" cy="564900"/>
          </a:xfrm>
          <a:prstGeom prst="roundRect">
            <a:avLst>
              <a:gd fmla="val 50000" name="adj"/>
            </a:avLst>
          </a:prstGeom>
          <a:solidFill>
            <a:srgbClr val="1A3166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FUTURE</a:t>
            </a:r>
            <a:endParaRPr b="0" i="0" sz="24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16" name="Google Shape;516;g3fa1797bfc0_0_54"/>
          <p:cNvSpPr/>
          <p:nvPr/>
        </p:nvSpPr>
        <p:spPr>
          <a:xfrm>
            <a:off x="3797250" y="12245560"/>
            <a:ext cx="16954500" cy="121500"/>
          </a:xfrm>
          <a:prstGeom prst="roundRect">
            <a:avLst>
              <a:gd fmla="val 50000" name="adj"/>
            </a:avLst>
          </a:prstGeom>
          <a:solidFill>
            <a:srgbClr val="FFFFFF">
              <a:alpha val="10196"/>
            </a:srgbClr>
          </a:solidFill>
          <a:ln>
            <a:noFill/>
          </a:ln>
          <a:effectLst>
            <a:outerShdw blurRad="285750" rotWithShape="0" algn="bl">
              <a:srgbClr val="000000">
                <a:alpha val="25098"/>
              </a:srgbClr>
            </a:outerShdw>
          </a:effectLst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7" name="Google Shape;517;g3fa1797bfc0_0_54"/>
          <p:cNvSpPr/>
          <p:nvPr/>
        </p:nvSpPr>
        <p:spPr>
          <a:xfrm>
            <a:off x="3797250" y="12207010"/>
            <a:ext cx="5999100" cy="198300"/>
          </a:xfrm>
          <a:prstGeom prst="roundRect">
            <a:avLst>
              <a:gd fmla="val 50000" name="adj"/>
            </a:avLst>
          </a:prstGeom>
          <a:solidFill>
            <a:srgbClr val="FFFFFF">
              <a:alpha val="30196"/>
            </a:srgbClr>
          </a:solidFill>
          <a:ln>
            <a:noFill/>
          </a:ln>
          <a:effectLst>
            <a:outerShdw blurRad="285750" rotWithShape="0" algn="bl">
              <a:srgbClr val="000000">
                <a:alpha val="25098"/>
              </a:srgbClr>
            </a:outerShdw>
          </a:effectLst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8" name="Google Shape;518;g3fa1797bfc0_0_54"/>
          <p:cNvSpPr/>
          <p:nvPr/>
        </p:nvSpPr>
        <p:spPr>
          <a:xfrm>
            <a:off x="9275175" y="12045910"/>
            <a:ext cx="520800" cy="520800"/>
          </a:xfrm>
          <a:prstGeom prst="ellipse">
            <a:avLst/>
          </a:prstGeom>
          <a:solidFill>
            <a:srgbClr val="5FA5FF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9" name="Google Shape;519;g3fa1797bfc0_0_54"/>
          <p:cNvSpPr/>
          <p:nvPr/>
        </p:nvSpPr>
        <p:spPr>
          <a:xfrm>
            <a:off x="3797250" y="12045910"/>
            <a:ext cx="520800" cy="520800"/>
          </a:xfrm>
          <a:prstGeom prst="ellipse">
            <a:avLst/>
          </a:prstGeom>
          <a:solidFill>
            <a:srgbClr val="61EBA7"/>
          </a:solidFill>
          <a:ln>
            <a:noFill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0" name="Google Shape;520;g3fa1797bfc0_0_54"/>
          <p:cNvSpPr/>
          <p:nvPr/>
        </p:nvSpPr>
        <p:spPr>
          <a:xfrm>
            <a:off x="20231050" y="12045910"/>
            <a:ext cx="520800" cy="520800"/>
          </a:xfrm>
          <a:prstGeom prst="ellipse">
            <a:avLst/>
          </a:prstGeom>
          <a:solidFill>
            <a:srgbClr val="02205C"/>
          </a:solidFill>
          <a:ln cap="flat" cmpd="sng" w="114325">
            <a:solidFill>
              <a:srgbClr val="1B35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1" name="Google Shape;521;g3fa1797bfc0_0_54"/>
          <p:cNvSpPr txBox="1"/>
          <p:nvPr/>
        </p:nvSpPr>
        <p:spPr>
          <a:xfrm>
            <a:off x="2001725" y="9387675"/>
            <a:ext cx="47190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61EBA7"/>
                </a:solidFill>
                <a:latin typeface="Montserrat"/>
                <a:ea typeface="Montserrat"/>
                <a:cs typeface="Montserrat"/>
                <a:sym typeface="Montserrat"/>
              </a:rPr>
              <a:t>WHAT IT UNLOCKS</a:t>
            </a:r>
            <a:endParaRPr b="1" i="0" sz="1900" u="none" cap="none" strike="noStrike">
              <a:solidFill>
                <a:srgbClr val="61EBA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Authoritative system of record for business assets and governance relationships.</a:t>
            </a:r>
            <a:endParaRPr b="0" i="0" sz="21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22" name="Google Shape;522;g3fa1797bfc0_0_54"/>
          <p:cNvSpPr txBox="1"/>
          <p:nvPr/>
        </p:nvSpPr>
        <p:spPr>
          <a:xfrm>
            <a:off x="7428863" y="9402558"/>
            <a:ext cx="4719000" cy="22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5FA5FF"/>
                </a:solidFill>
                <a:latin typeface="Montserrat"/>
                <a:ea typeface="Montserrat"/>
                <a:cs typeface="Montserrat"/>
                <a:sym typeface="Montserrat"/>
              </a:rPr>
              <a:t>WHAT IT UNLOCKS</a:t>
            </a:r>
            <a:endParaRPr b="0" i="0" sz="21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E2E9E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Inventory embedded in the governance operating model — not a standalone tool.</a:t>
            </a:r>
            <a:endParaRPr b="0" i="0" sz="1800" u="none" cap="none" strike="noStrike">
              <a:solidFill>
                <a:srgbClr val="5FA5FF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5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E2E9E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23" name="Google Shape;523;g3fa1797bfc0_0_54"/>
          <p:cNvSpPr txBox="1"/>
          <p:nvPr/>
        </p:nvSpPr>
        <p:spPr>
          <a:xfrm>
            <a:off x="12934772" y="9387014"/>
            <a:ext cx="45651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B8C7D0"/>
                </a:solidFill>
                <a:latin typeface="Montserrat"/>
                <a:ea typeface="Montserrat"/>
                <a:cs typeface="Montserrat"/>
                <a:sym typeface="Montserrat"/>
              </a:rPr>
              <a:t>WHAT IT UNLOCKS</a:t>
            </a:r>
            <a:endParaRPr b="1" i="0" sz="1900" u="none" cap="none" strike="noStrike">
              <a:solidFill>
                <a:srgbClr val="B8C7D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Self-maintaining inventory — machine-discovered &amp; human-certified.</a:t>
            </a:r>
            <a:endParaRPr b="1" i="0" sz="2100" u="none" cap="none" strike="noStrike">
              <a:solidFill>
                <a:srgbClr val="6A809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4" name="Google Shape;524;g3fa1797bfc0_0_54"/>
          <p:cNvSpPr txBox="1"/>
          <p:nvPr/>
        </p:nvSpPr>
        <p:spPr>
          <a:xfrm>
            <a:off x="18682302" y="9381873"/>
            <a:ext cx="4321200" cy="26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B8C7D0"/>
                </a:solidFill>
                <a:latin typeface="Montserrat"/>
                <a:ea typeface="Montserrat"/>
                <a:cs typeface="Montserrat"/>
                <a:sym typeface="Montserrat"/>
              </a:rPr>
              <a:t>WHAT IT UNLOCKS</a:t>
            </a:r>
            <a:endParaRPr b="1" i="0" sz="1900" u="none" cap="none" strike="noStrike">
              <a:solidFill>
                <a:srgbClr val="B8C7D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6A8095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Assets discovered, governed, attested, and retired — without engineering for every change.</a:t>
            </a:r>
            <a:endParaRPr b="0" i="0" sz="18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5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6A8095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525" name="Google Shape;525;g3fa1797bfc0_0_54"/>
          <p:cNvSpPr txBox="1"/>
          <p:nvPr/>
        </p:nvSpPr>
        <p:spPr>
          <a:xfrm>
            <a:off x="18291875" y="-495325"/>
            <a:ext cx="5202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800" lIns="243800" spcFirstLastPara="1" rIns="243800" wrap="square" tIns="243800">
            <a:spAutoFit/>
          </a:bodyPr>
          <a:lstStyle/>
          <a:p>
            <a:pPr indent="0" lvl="0" marL="241300" marR="0" rtl="0"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61EBA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26" name="Google Shape;526;g3fa1797bfc0_0_54"/>
          <p:cNvSpPr/>
          <p:nvPr/>
        </p:nvSpPr>
        <p:spPr>
          <a:xfrm>
            <a:off x="9795975" y="12207150"/>
            <a:ext cx="5025000" cy="198300"/>
          </a:xfrm>
          <a:prstGeom prst="roundRect">
            <a:avLst>
              <a:gd fmla="val 50000" name="adj"/>
            </a:avLst>
          </a:prstGeom>
          <a:solidFill>
            <a:srgbClr val="1C4587"/>
          </a:solidFill>
          <a:ln cap="flat" cmpd="sng" w="9525">
            <a:solidFill>
              <a:srgbClr val="1C4587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>
              <a:srgbClr val="000000">
                <a:alpha val="25098"/>
              </a:srgbClr>
            </a:outerShdw>
          </a:effectLst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7" name="Google Shape;527;g3fa1797bfc0_0_54"/>
          <p:cNvSpPr/>
          <p:nvPr/>
        </p:nvSpPr>
        <p:spPr>
          <a:xfrm>
            <a:off x="14753113" y="12045910"/>
            <a:ext cx="520800" cy="520800"/>
          </a:xfrm>
          <a:prstGeom prst="ellipse">
            <a:avLst/>
          </a:prstGeom>
          <a:solidFill>
            <a:srgbClr val="02205C"/>
          </a:solidFill>
          <a:ln cap="flat" cmpd="sng" w="1143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91400" spcFirstLastPara="1" rIns="9140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highlight>
                <a:schemeClr val="accent2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4D0069"/>
      </a:dk2>
      <a:lt2>
        <a:srgbClr val="002CD1"/>
      </a:lt2>
      <a:accent1>
        <a:srgbClr val="F0F1F3"/>
      </a:accent1>
      <a:accent2>
        <a:srgbClr val="C8D3DD"/>
      </a:accent2>
      <a:accent3>
        <a:srgbClr val="8694A6"/>
      </a:accent3>
      <a:accent4>
        <a:srgbClr val="576377"/>
      </a:accent4>
      <a:accent5>
        <a:srgbClr val="373F4F"/>
      </a:accent5>
      <a:accent6>
        <a:srgbClr val="E19132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FFFFFF"/>
      </a:dk1>
      <a:lt1>
        <a:srgbClr val="576377"/>
      </a:lt1>
      <a:dk2>
        <a:srgbClr val="1E1C5D"/>
      </a:dk2>
      <a:lt2>
        <a:srgbClr val="1990B7"/>
      </a:lt2>
      <a:accent1>
        <a:srgbClr val="F0F1F3"/>
      </a:accent1>
      <a:accent2>
        <a:srgbClr val="C8D3DD"/>
      </a:accent2>
      <a:accent3>
        <a:srgbClr val="8694A6"/>
      </a:accent3>
      <a:accent4>
        <a:srgbClr val="383F4F"/>
      </a:accent4>
      <a:accent5>
        <a:srgbClr val="C0E2BF"/>
      </a:accent5>
      <a:accent6>
        <a:srgbClr val="FDC000"/>
      </a:accent6>
      <a:hlink>
        <a:srgbClr val="0E7F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