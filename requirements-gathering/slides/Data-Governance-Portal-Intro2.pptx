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3" r:id="rId4"/>
  </p:sldMasterIdLst>
  <p:notesMasterIdLst>
    <p:notesMasterId r:id="rId7"/>
  </p:notesMasterIdLst>
  <p:sldIdLst>
    <p:sldId id="256" r:id="rId5"/>
    <p:sldId id="275" r:id="rId6"/>
  </p:sldIdLst>
  <p:sldSz cx="9144000" cy="5143500" type="screen16x9"/>
  <p:notesSz cx="6858000" cy="9144000"/>
  <p:embeddedFontLst>
    <p:embeddedFont>
      <p:font typeface="Avenir" panose="02000503020000020003" pitchFamily="2" charset="0"/>
      <p:regular r:id="rId8"/>
      <p:italic r:id="rId9"/>
    </p:embeddedFont>
    <p:embeddedFont>
      <p:font typeface="Montserrat" pitchFamily="2" charset="77"/>
      <p:regular r:id="rId10"/>
      <p:bold r:id="rId11"/>
      <p:italic r:id="rId12"/>
      <p:boldItalic r:id="rId13"/>
    </p:embeddedFont>
    <p:embeddedFont>
      <p:font typeface="Montserrat Medium" panose="00000600000000000000" pitchFamily="2" charset="77"/>
      <p:regular r:id="rId14"/>
      <p:italic r:id="rId15"/>
    </p:embeddedFont>
    <p:embeddedFont>
      <p:font typeface="Montserrat SemiBold" panose="00000700000000000000" pitchFamily="2" charset="77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8543"/>
    <a:srgbClr val="915BF1"/>
    <a:srgbClr val="915BF0"/>
    <a:srgbClr val="FEB417"/>
    <a:srgbClr val="AEA688"/>
    <a:srgbClr val="C06D28"/>
    <a:srgbClr val="FEF3C7"/>
    <a:srgbClr val="FEEFB2"/>
    <a:srgbClr val="CDFADC"/>
    <a:srgbClr val="F0F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5E0BE-60A0-E349-AF65-07126ECA3B2A}" v="6" dt="2026-06-05T10:44:36.033"/>
  </p1510:revLst>
</p1510:revInfo>
</file>

<file path=ppt/tableStyles.xml><?xml version="1.0" encoding="utf-8"?>
<a:tblStyleLst xmlns:a="http://schemas.openxmlformats.org/drawingml/2006/main" def="{24161F21-6892-44BE-8E09-CF74D4535080}">
  <a:tblStyle styleId="{24161F21-6892-44BE-8E09-CF74D45350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351F386-6997-44C4-B535-C37C0A18407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32"/>
    <p:restoredTop sz="94658"/>
  </p:normalViewPr>
  <p:slideViewPr>
    <p:cSldViewPr snapToGrid="0">
      <p:cViewPr varScale="1">
        <p:scale>
          <a:sx n="160" d="100"/>
          <a:sy n="160" d="100"/>
        </p:scale>
        <p:origin x="20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4.fntdata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Jonathan" userId="0cc39b96-2237-44f8-9550-021b28199d5c" providerId="ADAL" clId="{2094E037-4A7F-5C4C-9C02-6D32C9564D5D}"/>
    <pc:docChg chg="undo custSel addSld delSld modSld">
      <pc:chgData name="Fong, Jonathan" userId="0cc39b96-2237-44f8-9550-021b28199d5c" providerId="ADAL" clId="{2094E037-4A7F-5C4C-9C02-6D32C9564D5D}" dt="2026-06-05T10:45:00.900" v="32" actId="2696"/>
      <pc:docMkLst>
        <pc:docMk/>
      </pc:docMkLst>
      <pc:sldChg chg="add del">
        <pc:chgData name="Fong, Jonathan" userId="0cc39b96-2237-44f8-9550-021b28199d5c" providerId="ADAL" clId="{2094E037-4A7F-5C4C-9C02-6D32C9564D5D}" dt="2026-06-05T10:44:36.033" v="22"/>
        <pc:sldMkLst>
          <pc:docMk/>
          <pc:sldMk cId="0" sldId="257"/>
        </pc:sldMkLst>
      </pc:sldChg>
      <pc:sldChg chg="add del">
        <pc:chgData name="Fong, Jonathan" userId="0cc39b96-2237-44f8-9550-021b28199d5c" providerId="ADAL" clId="{2094E037-4A7F-5C4C-9C02-6D32C9564D5D}" dt="2026-06-05T10:44:36.033" v="22"/>
        <pc:sldMkLst>
          <pc:docMk/>
          <pc:sldMk cId="0" sldId="258"/>
        </pc:sldMkLst>
      </pc:sldChg>
      <pc:sldChg chg="add del">
        <pc:chgData name="Fong, Jonathan" userId="0cc39b96-2237-44f8-9550-021b28199d5c" providerId="ADAL" clId="{2094E037-4A7F-5C4C-9C02-6D32C9564D5D}" dt="2026-06-05T10:44:36.033" v="22"/>
        <pc:sldMkLst>
          <pc:docMk/>
          <pc:sldMk cId="0" sldId="259"/>
        </pc:sldMkLst>
      </pc:sldChg>
      <pc:sldChg chg="add del">
        <pc:chgData name="Fong, Jonathan" userId="0cc39b96-2237-44f8-9550-021b28199d5c" providerId="ADAL" clId="{2094E037-4A7F-5C4C-9C02-6D32C9564D5D}" dt="2026-06-05T10:44:36.033" v="22"/>
        <pc:sldMkLst>
          <pc:docMk/>
          <pc:sldMk cId="0" sldId="260"/>
        </pc:sldMkLst>
      </pc:sldChg>
      <pc:sldChg chg="addSp delSp modSp add del mod">
        <pc:chgData name="Fong, Jonathan" userId="0cc39b96-2237-44f8-9550-021b28199d5c" providerId="ADAL" clId="{2094E037-4A7F-5C4C-9C02-6D32C9564D5D}" dt="2026-06-05T10:44:35.384" v="18"/>
        <pc:sldMkLst>
          <pc:docMk/>
          <pc:sldMk cId="217265743" sldId="276"/>
        </pc:sldMkLst>
        <pc:spChg chg="add del mod">
          <ac:chgData name="Fong, Jonathan" userId="0cc39b96-2237-44f8-9550-021b28199d5c" providerId="ADAL" clId="{2094E037-4A7F-5C4C-9C02-6D32C9564D5D}" dt="2026-06-05T10:44:35.282" v="17" actId="478"/>
          <ac:spMkLst>
            <pc:docMk/>
            <pc:sldMk cId="217265743" sldId="276"/>
            <ac:spMk id="3" creationId="{5A35B51B-DF9E-0E60-09DF-D2D74431EF23}"/>
          </ac:spMkLst>
        </pc:spChg>
        <pc:spChg chg="add del">
          <ac:chgData name="Fong, Jonathan" userId="0cc39b96-2237-44f8-9550-021b28199d5c" providerId="ADAL" clId="{2094E037-4A7F-5C4C-9C02-6D32C9564D5D}" dt="2026-06-05T10:44:35.282" v="17" actId="478"/>
          <ac:spMkLst>
            <pc:docMk/>
            <pc:sldMk cId="217265743" sldId="276"/>
            <ac:spMk id="1099" creationId="{A45E4392-0B8E-01BB-F57B-59E8B3FAB696}"/>
          </ac:spMkLst>
        </pc:spChg>
      </pc:sldChg>
      <pc:sldChg chg="addSp delSp modSp add del mod">
        <pc:chgData name="Fong, Jonathan" userId="0cc39b96-2237-44f8-9550-021b28199d5c" providerId="ADAL" clId="{2094E037-4A7F-5C4C-9C02-6D32C9564D5D}" dt="2026-06-05T10:44:34.805" v="15"/>
        <pc:sldMkLst>
          <pc:docMk/>
          <pc:sldMk cId="4183600052" sldId="277"/>
        </pc:sldMkLst>
        <pc:spChg chg="add del mod">
          <ac:chgData name="Fong, Jonathan" userId="0cc39b96-2237-44f8-9550-021b28199d5c" providerId="ADAL" clId="{2094E037-4A7F-5C4C-9C02-6D32C9564D5D}" dt="2026-06-05T10:44:33.713" v="14" actId="478"/>
          <ac:spMkLst>
            <pc:docMk/>
            <pc:sldMk cId="4183600052" sldId="277"/>
            <ac:spMk id="4" creationId="{0DEB7BAA-1E95-9485-D9FF-6A464BAA18F7}"/>
          </ac:spMkLst>
        </pc:spChg>
        <pc:spChg chg="add del">
          <ac:chgData name="Fong, Jonathan" userId="0cc39b96-2237-44f8-9550-021b28199d5c" providerId="ADAL" clId="{2094E037-4A7F-5C4C-9C02-6D32C9564D5D}" dt="2026-06-05T10:44:33.713" v="14" actId="478"/>
          <ac:spMkLst>
            <pc:docMk/>
            <pc:sldMk cId="4183600052" sldId="277"/>
            <ac:spMk id="600" creationId="{01765402-9FFE-C1D7-D678-33A362CC4DFA}"/>
          </ac:spMkLst>
        </pc:spChg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16516579" sldId="285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626003427" sldId="287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321821172" sldId="2582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933334339" sldId="2586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574436180" sldId="2592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4237469354" sldId="2593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546676889" sldId="2594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223150094" sldId="2595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667865048" sldId="2596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615331972" sldId="2598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367022467" sldId="2599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582483273" sldId="2600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4241388567" sldId="2601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166975759" sldId="2602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702334527" sldId="2603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204557066" sldId="2604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596119334" sldId="2605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96488360" sldId="2606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219474690" sldId="2607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874509862" sldId="2610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760353555" sldId="2612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696244409" sldId="2613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518629192" sldId="2615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188869348" sldId="2616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461487577" sldId="2619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495639339" sldId="2621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986247838" sldId="2622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548004624" sldId="2623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253068611" sldId="2624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618438772" sldId="2625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140730901" sldId="2626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733494722" sldId="2627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790924535" sldId="2628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442877732" sldId="2629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925303742" sldId="2630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931559316" sldId="2631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167353610" sldId="2632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2029554804" sldId="2633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01442019" sldId="2634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371074053" sldId="2635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662383961" sldId="2636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3168153377" sldId="2637"/>
        </pc:sldMkLst>
      </pc:sldChg>
      <pc:sldChg chg="add del">
        <pc:chgData name="Fong, Jonathan" userId="0cc39b96-2237-44f8-9550-021b28199d5c" providerId="ADAL" clId="{2094E037-4A7F-5C4C-9C02-6D32C9564D5D}" dt="2026-06-05T10:45:00.900" v="32" actId="2696"/>
        <pc:sldMkLst>
          <pc:docMk/>
          <pc:sldMk cId="1618869378" sldId="2638"/>
        </pc:sldMkLst>
      </pc:sldChg>
      <pc:sldChg chg="modSp new del mod">
        <pc:chgData name="Fong, Jonathan" userId="0cc39b96-2237-44f8-9550-021b28199d5c" providerId="ADAL" clId="{2094E037-4A7F-5C4C-9C02-6D32C9564D5D}" dt="2026-06-05T10:44:54.369" v="29" actId="680"/>
        <pc:sldMkLst>
          <pc:docMk/>
          <pc:sldMk cId="2780308512" sldId="2639"/>
        </pc:sldMkLst>
        <pc:spChg chg="mod">
          <ac:chgData name="Fong, Jonathan" userId="0cc39b96-2237-44f8-9550-021b28199d5c" providerId="ADAL" clId="{2094E037-4A7F-5C4C-9C02-6D32C9564D5D}" dt="2026-06-05T10:44:54.064" v="28" actId="20577"/>
          <ac:spMkLst>
            <pc:docMk/>
            <pc:sldMk cId="2780308512" sldId="2639"/>
            <ac:spMk id="2" creationId="{DFF5A1EF-4DA4-D118-EBDB-3DF8AC8BDDD0}"/>
          </ac:spMkLst>
        </pc:spChg>
      </pc:sldChg>
      <pc:sldMasterChg chg="addSldLayout delSldLayout">
        <pc:chgData name="Fong, Jonathan" userId="0cc39b96-2237-44f8-9550-021b28199d5c" providerId="ADAL" clId="{2094E037-4A7F-5C4C-9C02-6D32C9564D5D}" dt="2026-06-05T10:45:00.900" v="32" actId="2696"/>
        <pc:sldMasterMkLst>
          <pc:docMk/>
          <pc:sldMasterMk cId="0" sldId="2147483723"/>
        </pc:sldMasterMkLst>
        <pc:sldLayoutChg chg="add del">
          <pc:chgData name="Fong, Jonathan" userId="0cc39b96-2237-44f8-9550-021b28199d5c" providerId="ADAL" clId="{2094E037-4A7F-5C4C-9C02-6D32C9564D5D}" dt="2026-06-05T10:45:00.900" v="32" actId="2696"/>
          <pc:sldLayoutMkLst>
            <pc:docMk/>
            <pc:sldMasterMk cId="0" sldId="2147483723"/>
            <pc:sldLayoutMk cId="0" sldId="2147483673"/>
          </pc:sldLayoutMkLst>
        </pc:sldLayoutChg>
        <pc:sldLayoutChg chg="add del">
          <pc:chgData name="Fong, Jonathan" userId="0cc39b96-2237-44f8-9550-021b28199d5c" providerId="ADAL" clId="{2094E037-4A7F-5C4C-9C02-6D32C9564D5D}" dt="2026-06-05T10:45:00.900" v="32" actId="2696"/>
          <pc:sldLayoutMkLst>
            <pc:docMk/>
            <pc:sldMasterMk cId="0" sldId="2147483723"/>
            <pc:sldLayoutMk cId="0" sldId="2147483678"/>
          </pc:sldLayoutMkLst>
        </pc:sldLayoutChg>
        <pc:sldLayoutChg chg="add del">
          <pc:chgData name="Fong, Jonathan" userId="0cc39b96-2237-44f8-9550-021b28199d5c" providerId="ADAL" clId="{2094E037-4A7F-5C4C-9C02-6D32C9564D5D}" dt="2026-06-05T10:45:00.900" v="32" actId="2696"/>
          <pc:sldLayoutMkLst>
            <pc:docMk/>
            <pc:sldMasterMk cId="0" sldId="2147483723"/>
            <pc:sldLayoutMk cId="0" sldId="214748370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4ab5be77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98" name="Google Shape;598;g34ab5be77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4ab5be773f_0_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g34ab5be77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Fantasy Blue One-Line Center" type="title">
  <p:cSld name="TITLE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descr="[UPDATED] Fantasy_Orb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238125" y="2971800"/>
            <a:ext cx="8667900" cy="15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238125" y="2233613"/>
            <a:ext cx="86679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400"/>
              <a:buFont typeface="Montserrat"/>
              <a:buNone/>
              <a:defRPr sz="4400">
                <a:solidFill>
                  <a:srgbClr val="FDFFF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4505858" y="4812221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555" y="1711238"/>
            <a:ext cx="3732890" cy="342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idebar" type="tx">
  <p:cSld name="TITLE_AND_BODY">
    <p:bg>
      <p:bgPr>
        <a:solidFill>
          <a:srgbClr val="F2F3F6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2977267" y="-735"/>
            <a:ext cx="6166800" cy="5145000"/>
          </a:xfrm>
          <a:prstGeom prst="rect">
            <a:avLst/>
          </a:prstGeom>
          <a:solidFill>
            <a:srgbClr val="FDFFFC"/>
          </a:solidFill>
          <a:ln>
            <a:noFill/>
          </a:ln>
          <a:effectLst>
            <a:outerShdw blurRad="368300" dist="136853" dir="5400000" rotWithShape="0">
              <a:srgbClr val="000000">
                <a:alpha val="824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238125" y="1309025"/>
            <a:ext cx="2500200" cy="3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9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800"/>
              <a:buChar char="•"/>
              <a:defRPr/>
            </a:lvl1pPr>
            <a:lvl2pPr marL="914400" lvl="1" indent="-279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800"/>
              <a:buChar char="•"/>
              <a:defRPr/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2"/>
          </p:nvPr>
        </p:nvSpPr>
        <p:spPr>
          <a:xfrm>
            <a:off x="238125" y="713613"/>
            <a:ext cx="2500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25008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118" name="Google Shape;118;p22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19" name="Google Shape;119;p22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Fantasy Blue  One-Line">
  <p:cSld name="Title - Fantasy Blue  One-Lin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 descr="[UPDATED] Fantasy_Orb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237743" y="2231243"/>
            <a:ext cx="86679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400"/>
              <a:buFont typeface="Avenir"/>
              <a:buNone/>
              <a:defRPr sz="4400">
                <a:solidFill>
                  <a:srgbClr val="FDFFF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238125" y="2971998"/>
            <a:ext cx="8667900" cy="15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800"/>
              <a:buFont typeface="Montserrat Medium"/>
              <a:buNone/>
              <a:defRPr sz="1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800"/>
              <a:buFont typeface="Montserrat Medium"/>
              <a:buNone/>
              <a:defRPr sz="1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800"/>
              <a:buFont typeface="Montserrat Medium"/>
              <a:buNone/>
              <a:defRPr sz="1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800"/>
              <a:buFont typeface="Montserrat Medium"/>
              <a:buNone/>
              <a:defRPr sz="1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800"/>
              <a:buFont typeface="Montserrat Medium"/>
              <a:buNone/>
              <a:defRPr sz="1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4505858" y="4812221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78" y="1711238"/>
            <a:ext cx="3732890" cy="342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Spark One-Line Center">
  <p:cSld name="Title - Spark One-Line Cent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 descr="Spark_Orb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238125" y="2231243"/>
            <a:ext cx="86679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4400"/>
              <a:buFont typeface="Avenir"/>
              <a:buNone/>
              <a:defRPr sz="4400">
                <a:solidFill>
                  <a:srgbClr val="1C1C5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238125" y="2971998"/>
            <a:ext cx="8667900" cy="15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ldNum" idx="12"/>
          </p:nvPr>
        </p:nvSpPr>
        <p:spPr>
          <a:xfrm>
            <a:off x="4505858" y="4812221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 t="21109" b="21103"/>
          <a:stretch/>
        </p:blipFill>
        <p:spPr>
          <a:xfrm>
            <a:off x="2705555" y="1711238"/>
            <a:ext cx="3732893" cy="34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Spark  One-Line">
  <p:cSld name="Title - Spark  One-Lin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 descr="Spark_Orb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238125" y="2231243"/>
            <a:ext cx="86679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4400"/>
              <a:buFont typeface="Avenir"/>
              <a:buNone/>
              <a:defRPr sz="4400">
                <a:solidFill>
                  <a:srgbClr val="1C1C5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238125" y="2971998"/>
            <a:ext cx="8667900" cy="15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1800"/>
              <a:buFont typeface="Montserrat Medium"/>
              <a:buNone/>
              <a:defRPr sz="1800">
                <a:solidFill>
                  <a:srgbClr val="1C1C5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4505858" y="4812221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 rotWithShape="1">
          <a:blip r:embed="rId3">
            <a:alphaModFix/>
          </a:blip>
          <a:srcRect t="21109" b="21103"/>
          <a:stretch/>
        </p:blipFill>
        <p:spPr>
          <a:xfrm>
            <a:off x="271078" y="1711238"/>
            <a:ext cx="3732893" cy="34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Fantasy Blue">
  <p:cSld name="Section Title Fantasy Blue">
    <p:bg>
      <p:bgPr>
        <a:solidFill>
          <a:srgbClr val="EBF5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 descr="[UPDATED] Fantasy_Star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238125" y="1738313"/>
            <a:ext cx="86679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>
              <a:solidFill>
                <a:schemeClr val="accent1"/>
              </a:solidFill>
            </a:endParaRPr>
          </a:p>
        </p:txBody>
      </p:sp>
      <p:cxnSp>
        <p:nvCxnSpPr>
          <p:cNvPr id="143" name="Google Shape;143;p26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Quote">
  <p:cSld name="Half Quote">
    <p:bg>
      <p:bgPr>
        <a:solidFill>
          <a:srgbClr val="EDEEF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0" y="-735"/>
            <a:ext cx="4574400" cy="5145000"/>
          </a:xfrm>
          <a:prstGeom prst="rect">
            <a:avLst/>
          </a:prstGeom>
          <a:solidFill>
            <a:srgbClr val="FDFFFC"/>
          </a:solidFill>
          <a:ln>
            <a:noFill/>
          </a:ln>
          <a:effectLst>
            <a:outerShdw blurRad="368300" dist="136853" dir="5400000" rotWithShape="0">
              <a:srgbClr val="000000">
                <a:alpha val="8240"/>
              </a:srgbClr>
            </a:outerShdw>
          </a:effectLst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i="0" u="none" strike="noStrike" cap="none">
              <a:solidFill>
                <a:srgbClr val="6478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3959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238125" y="1309688"/>
            <a:ext cx="39591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3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3111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3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3111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3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3111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3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3111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3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165" name="Google Shape;165;p29" descr="DMEDT_Logos_Horizontal - White - SmallUse.png"/>
          <p:cNvPicPr preferRelativeResize="0"/>
          <p:nvPr/>
        </p:nvPicPr>
        <p:blipFill rotWithShape="1">
          <a:blip r:embed="rId2">
            <a:alphaModFix amt="29630"/>
          </a:blip>
          <a:srcRect/>
          <a:stretch/>
        </p:blipFill>
        <p:spPr>
          <a:xfrm>
            <a:off x="422269" y="4830692"/>
            <a:ext cx="2045866" cy="10151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>
            <a:spLocks noGrp="1"/>
          </p:cNvSpPr>
          <p:nvPr>
            <p:ph type="body" idx="2"/>
          </p:nvPr>
        </p:nvSpPr>
        <p:spPr>
          <a:xfrm>
            <a:off x="238125" y="714375"/>
            <a:ext cx="3959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3"/>
          </p:nvPr>
        </p:nvSpPr>
        <p:spPr>
          <a:xfrm>
            <a:off x="4964649" y="544287"/>
            <a:ext cx="3764700" cy="40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Montserrat Medium"/>
              <a:buNone/>
              <a:defRPr sz="18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170" name="Google Shape;170;p29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71" name="Google Shape;171;p29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Bullets - 2 Column">
  <p:cSld name="Title &amp; Bullets - 2 Column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5248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5248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85" name="Google Shape;185;p31"/>
          <p:cNvSpPr txBox="1">
            <a:spLocks noGrp="1"/>
          </p:cNvSpPr>
          <p:nvPr>
            <p:ph type="body" idx="2"/>
          </p:nvPr>
        </p:nvSpPr>
        <p:spPr>
          <a:xfrm>
            <a:off x="238125" y="1309688"/>
            <a:ext cx="42159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3"/>
          </p:nvPr>
        </p:nvSpPr>
        <p:spPr>
          <a:xfrm>
            <a:off x="4691715" y="1309688"/>
            <a:ext cx="42147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189" name="Google Shape;189;p31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90" name="Google Shape;190;p31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1/2 Container">
  <p:cSld name="Title &amp; 1/2 Container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27" name="Google Shape;227;p36"/>
          <p:cNvSpPr>
            <a:spLocks noGrp="1"/>
          </p:cNvSpPr>
          <p:nvPr>
            <p:ph type="body" idx="2"/>
          </p:nvPr>
        </p:nvSpPr>
        <p:spPr>
          <a:xfrm>
            <a:off x="238125" y="1309688"/>
            <a:ext cx="4215900" cy="3286200"/>
          </a:xfrm>
          <a:prstGeom prst="roundRect">
            <a:avLst>
              <a:gd name="adj" fmla="val 2247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6"/>
          <p:cNvSpPr>
            <a:spLocks noGrp="1"/>
          </p:cNvSpPr>
          <p:nvPr>
            <p:ph type="body" idx="3"/>
          </p:nvPr>
        </p:nvSpPr>
        <p:spPr>
          <a:xfrm>
            <a:off x="4692029" y="1309688"/>
            <a:ext cx="4215900" cy="3286200"/>
          </a:xfrm>
          <a:prstGeom prst="roundRect">
            <a:avLst>
              <a:gd name="adj" fmla="val 2247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231" name="Google Shape;231;p36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32" name="Google Shape;232;p36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1/2 Lines">
  <p:cSld name="Title &amp; 1/2 Line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cxnSp>
        <p:nvCxnSpPr>
          <p:cNvPr id="236" name="Google Shape;236;p37"/>
          <p:cNvCxnSpPr/>
          <p:nvPr/>
        </p:nvCxnSpPr>
        <p:spPr>
          <a:xfrm rot="10800000">
            <a:off x="4572000" y="1308568"/>
            <a:ext cx="0" cy="32844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37" name="Google Shape;237;p37"/>
          <p:cNvSpPr txBox="1">
            <a:spLocks noGrp="1"/>
          </p:cNvSpPr>
          <p:nvPr>
            <p:ph type="body" idx="2"/>
          </p:nvPr>
        </p:nvSpPr>
        <p:spPr>
          <a:xfrm>
            <a:off x="238125" y="1309688"/>
            <a:ext cx="42159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body" idx="3"/>
          </p:nvPr>
        </p:nvSpPr>
        <p:spPr>
          <a:xfrm>
            <a:off x="4689789" y="1309688"/>
            <a:ext cx="42159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7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241" name="Google Shape;241;p37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42" name="Google Shape;242;p37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x2 blocks">
  <p:cSld name="2x2 block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8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46" name="Google Shape;246;p38"/>
          <p:cNvSpPr>
            <a:spLocks noGrp="1"/>
          </p:cNvSpPr>
          <p:nvPr>
            <p:ph type="body" idx="2"/>
          </p:nvPr>
        </p:nvSpPr>
        <p:spPr>
          <a:xfrm>
            <a:off x="238125" y="1309688"/>
            <a:ext cx="4215900" cy="1546200"/>
          </a:xfrm>
          <a:prstGeom prst="roundRect">
            <a:avLst>
              <a:gd name="adj" fmla="val 4776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8"/>
          <p:cNvSpPr>
            <a:spLocks noGrp="1"/>
          </p:cNvSpPr>
          <p:nvPr>
            <p:ph type="body" idx="3"/>
          </p:nvPr>
        </p:nvSpPr>
        <p:spPr>
          <a:xfrm>
            <a:off x="238125" y="3045619"/>
            <a:ext cx="4215900" cy="1546200"/>
          </a:xfrm>
          <a:prstGeom prst="roundRect">
            <a:avLst>
              <a:gd name="adj" fmla="val 4776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8"/>
          <p:cNvSpPr>
            <a:spLocks noGrp="1"/>
          </p:cNvSpPr>
          <p:nvPr>
            <p:ph type="body" idx="4"/>
          </p:nvPr>
        </p:nvSpPr>
        <p:spPr>
          <a:xfrm>
            <a:off x="4692029" y="1309688"/>
            <a:ext cx="4215900" cy="1546200"/>
          </a:xfrm>
          <a:prstGeom prst="roundRect">
            <a:avLst>
              <a:gd name="adj" fmla="val 4776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8"/>
          <p:cNvSpPr>
            <a:spLocks noGrp="1"/>
          </p:cNvSpPr>
          <p:nvPr>
            <p:ph type="body" idx="5"/>
          </p:nvPr>
        </p:nvSpPr>
        <p:spPr>
          <a:xfrm>
            <a:off x="4692029" y="3045619"/>
            <a:ext cx="4215900" cy="1546200"/>
          </a:xfrm>
          <a:prstGeom prst="roundRect">
            <a:avLst>
              <a:gd name="adj" fmla="val 4776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250" name="Google Shape;250;p38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8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252" name="Google Shape;252;p38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53" name="Google Shape;253;p38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x2 text only">
  <p:cSld name="2x2 text only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9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57" name="Google Shape;257;p39"/>
          <p:cNvSpPr txBox="1">
            <a:spLocks noGrp="1"/>
          </p:cNvSpPr>
          <p:nvPr>
            <p:ph type="body" idx="2"/>
          </p:nvPr>
        </p:nvSpPr>
        <p:spPr>
          <a:xfrm>
            <a:off x="238125" y="1309688"/>
            <a:ext cx="421590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9"/>
          <p:cNvSpPr txBox="1">
            <a:spLocks noGrp="1"/>
          </p:cNvSpPr>
          <p:nvPr>
            <p:ph type="body" idx="3"/>
          </p:nvPr>
        </p:nvSpPr>
        <p:spPr>
          <a:xfrm>
            <a:off x="4692029" y="1309688"/>
            <a:ext cx="421590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9"/>
          <p:cNvSpPr txBox="1">
            <a:spLocks noGrp="1"/>
          </p:cNvSpPr>
          <p:nvPr>
            <p:ph type="body" idx="4"/>
          </p:nvPr>
        </p:nvSpPr>
        <p:spPr>
          <a:xfrm>
            <a:off x="238125" y="3045659"/>
            <a:ext cx="421590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9"/>
          <p:cNvSpPr txBox="1">
            <a:spLocks noGrp="1"/>
          </p:cNvSpPr>
          <p:nvPr>
            <p:ph type="body" idx="5"/>
          </p:nvPr>
        </p:nvSpPr>
        <p:spPr>
          <a:xfrm>
            <a:off x="4692029" y="3045659"/>
            <a:ext cx="421590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9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263" name="Google Shape;263;p39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64" name="Google Shape;264;p39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x1 lines - small">
  <p:cSld name="4x1 lines - small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>
            <a:spLocks noGrp="1"/>
          </p:cNvSpPr>
          <p:nvPr>
            <p:ph type="body" idx="1"/>
          </p:nvPr>
        </p:nvSpPr>
        <p:spPr>
          <a:xfrm>
            <a:off x="238746" y="1924050"/>
            <a:ext cx="19764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41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1"/>
          <p:cNvSpPr txBox="1">
            <a:spLocks noGrp="1"/>
          </p:cNvSpPr>
          <p:nvPr>
            <p:ph type="body" idx="2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cxnSp>
        <p:nvCxnSpPr>
          <p:cNvPr id="280" name="Google Shape;280;p41"/>
          <p:cNvCxnSpPr/>
          <p:nvPr/>
        </p:nvCxnSpPr>
        <p:spPr>
          <a:xfrm rot="10800000">
            <a:off x="2341988" y="1924125"/>
            <a:ext cx="0" cy="16668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81" name="Google Shape;281;p41"/>
          <p:cNvSpPr txBox="1">
            <a:spLocks noGrp="1"/>
          </p:cNvSpPr>
          <p:nvPr>
            <p:ph type="body" idx="3"/>
          </p:nvPr>
        </p:nvSpPr>
        <p:spPr>
          <a:xfrm>
            <a:off x="2468713" y="1924050"/>
            <a:ext cx="19764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cxnSp>
        <p:nvCxnSpPr>
          <p:cNvPr id="282" name="Google Shape;282;p41"/>
          <p:cNvCxnSpPr/>
          <p:nvPr/>
        </p:nvCxnSpPr>
        <p:spPr>
          <a:xfrm rot="10800000">
            <a:off x="4571956" y="1924125"/>
            <a:ext cx="0" cy="16668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83" name="Google Shape;283;p41"/>
          <p:cNvSpPr txBox="1">
            <a:spLocks noGrp="1"/>
          </p:cNvSpPr>
          <p:nvPr>
            <p:ph type="body" idx="4"/>
          </p:nvPr>
        </p:nvSpPr>
        <p:spPr>
          <a:xfrm>
            <a:off x="4698841" y="1924050"/>
            <a:ext cx="19764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cxnSp>
        <p:nvCxnSpPr>
          <p:cNvPr id="284" name="Google Shape;284;p41"/>
          <p:cNvCxnSpPr/>
          <p:nvPr/>
        </p:nvCxnSpPr>
        <p:spPr>
          <a:xfrm rot="10800000">
            <a:off x="6801924" y="1924125"/>
            <a:ext cx="0" cy="16668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85" name="Google Shape;285;p41"/>
          <p:cNvSpPr txBox="1">
            <a:spLocks noGrp="1"/>
          </p:cNvSpPr>
          <p:nvPr>
            <p:ph type="body" idx="5"/>
          </p:nvPr>
        </p:nvSpPr>
        <p:spPr>
          <a:xfrm>
            <a:off x="6928809" y="1924050"/>
            <a:ext cx="19764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286" name="Google Shape;286;p41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1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288" name="Google Shape;288;p41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89" name="Google Shape;289;p41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x1 blocks - tall">
  <p:cSld name="4x1 blocks - ta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>
            <a:spLocks noGrp="1"/>
          </p:cNvSpPr>
          <p:nvPr>
            <p:ph type="body" idx="1"/>
          </p:nvPr>
        </p:nvSpPr>
        <p:spPr>
          <a:xfrm>
            <a:off x="238125" y="1312003"/>
            <a:ext cx="1976400" cy="3286200"/>
          </a:xfrm>
          <a:prstGeom prst="roundRect">
            <a:avLst>
              <a:gd name="adj" fmla="val 3737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14300" tIns="114300" rIns="114300" bIns="1143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2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2"/>
          <p:cNvSpPr txBox="1">
            <a:spLocks noGrp="1"/>
          </p:cNvSpPr>
          <p:nvPr>
            <p:ph type="body" idx="2"/>
          </p:nvPr>
        </p:nvSpPr>
        <p:spPr>
          <a:xfrm>
            <a:off x="238125" y="714375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294" name="Google Shape;294;p42"/>
          <p:cNvSpPr>
            <a:spLocks noGrp="1"/>
          </p:cNvSpPr>
          <p:nvPr>
            <p:ph type="body" idx="3"/>
          </p:nvPr>
        </p:nvSpPr>
        <p:spPr>
          <a:xfrm>
            <a:off x="2467988" y="1312003"/>
            <a:ext cx="1976400" cy="3286200"/>
          </a:xfrm>
          <a:prstGeom prst="roundRect">
            <a:avLst>
              <a:gd name="adj" fmla="val 3737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14300" tIns="114300" rIns="114300" bIns="1143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2"/>
          <p:cNvSpPr txBox="1">
            <a:spLocks noGrp="1"/>
          </p:cNvSpPr>
          <p:nvPr>
            <p:ph type="body" idx="4"/>
          </p:nvPr>
        </p:nvSpPr>
        <p:spPr>
          <a:xfrm>
            <a:off x="4697852" y="1312003"/>
            <a:ext cx="1976400" cy="3286200"/>
          </a:xfrm>
          <a:prstGeom prst="rect">
            <a:avLst/>
          </a:prstGeom>
          <a:solidFill>
            <a:srgbClr val="F2F3F6"/>
          </a:solidFill>
          <a:ln>
            <a:noFill/>
          </a:ln>
        </p:spPr>
        <p:txBody>
          <a:bodyPr spcFirstLastPara="1" wrap="square" lIns="114300" tIns="114300" rIns="114300" bIns="114300" anchor="t" anchorCtr="0">
            <a:no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42"/>
          <p:cNvSpPr>
            <a:spLocks noGrp="1"/>
          </p:cNvSpPr>
          <p:nvPr>
            <p:ph type="body" idx="5"/>
          </p:nvPr>
        </p:nvSpPr>
        <p:spPr>
          <a:xfrm>
            <a:off x="6927715" y="1307100"/>
            <a:ext cx="1976400" cy="3286200"/>
          </a:xfrm>
          <a:prstGeom prst="roundRect">
            <a:avLst>
              <a:gd name="adj" fmla="val 3737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14300" tIns="114300" rIns="114300" bIns="1143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297" name="Google Shape;297;p42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299" name="Google Shape;299;p42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00" name="Google Shape;300;p42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x1 lines - tall">
  <p:cSld name="4x1 lines - tall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>
            <a:spLocks noGrp="1"/>
          </p:cNvSpPr>
          <p:nvPr>
            <p:ph type="body" idx="1"/>
          </p:nvPr>
        </p:nvSpPr>
        <p:spPr>
          <a:xfrm>
            <a:off x="238746" y="1308746"/>
            <a:ext cx="1976400" cy="3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43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3"/>
          <p:cNvSpPr txBox="1">
            <a:spLocks noGrp="1"/>
          </p:cNvSpPr>
          <p:nvPr>
            <p:ph type="body" idx="2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cxnSp>
        <p:nvCxnSpPr>
          <p:cNvPr id="305" name="Google Shape;305;p43"/>
          <p:cNvCxnSpPr/>
          <p:nvPr/>
        </p:nvCxnSpPr>
        <p:spPr>
          <a:xfrm rot="10800000">
            <a:off x="2341988" y="1308514"/>
            <a:ext cx="0" cy="32151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06" name="Google Shape;306;p43"/>
          <p:cNvSpPr txBox="1">
            <a:spLocks noGrp="1"/>
          </p:cNvSpPr>
          <p:nvPr>
            <p:ph type="body" idx="3"/>
          </p:nvPr>
        </p:nvSpPr>
        <p:spPr>
          <a:xfrm>
            <a:off x="2468713" y="1308746"/>
            <a:ext cx="1976400" cy="3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cxnSp>
        <p:nvCxnSpPr>
          <p:cNvPr id="307" name="Google Shape;307;p43"/>
          <p:cNvCxnSpPr/>
          <p:nvPr/>
        </p:nvCxnSpPr>
        <p:spPr>
          <a:xfrm rot="10800000">
            <a:off x="4571956" y="1308514"/>
            <a:ext cx="0" cy="32151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08" name="Google Shape;308;p43"/>
          <p:cNvSpPr txBox="1">
            <a:spLocks noGrp="1"/>
          </p:cNvSpPr>
          <p:nvPr>
            <p:ph type="body" idx="4"/>
          </p:nvPr>
        </p:nvSpPr>
        <p:spPr>
          <a:xfrm>
            <a:off x="4698841" y="1308746"/>
            <a:ext cx="1976400" cy="3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cxnSp>
        <p:nvCxnSpPr>
          <p:cNvPr id="309" name="Google Shape;309;p43"/>
          <p:cNvCxnSpPr/>
          <p:nvPr/>
        </p:nvCxnSpPr>
        <p:spPr>
          <a:xfrm rot="10800000">
            <a:off x="6801924" y="1308514"/>
            <a:ext cx="0" cy="32151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10" name="Google Shape;310;p43"/>
          <p:cNvSpPr txBox="1">
            <a:spLocks noGrp="1"/>
          </p:cNvSpPr>
          <p:nvPr>
            <p:ph type="body" idx="5"/>
          </p:nvPr>
        </p:nvSpPr>
        <p:spPr>
          <a:xfrm>
            <a:off x="6928809" y="1308746"/>
            <a:ext cx="1976400" cy="3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311" name="Google Shape;311;p43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3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313" name="Google Shape;313;p43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14" name="Google Shape;314;p43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Large Copy">
  <p:cSld name="Title and Large Copy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5715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44"/>
          <p:cNvSpPr txBox="1">
            <a:spLocks noGrp="1"/>
          </p:cNvSpPr>
          <p:nvPr>
            <p:ph type="body" idx="1"/>
          </p:nvPr>
        </p:nvSpPr>
        <p:spPr>
          <a:xfrm>
            <a:off x="238125" y="833438"/>
            <a:ext cx="5238900" cy="3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venir"/>
              <a:buNone/>
              <a:defRPr sz="1400">
                <a:solidFill>
                  <a:schemeClr val="accent4"/>
                </a:solidFill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Char char="•"/>
              <a:defRPr/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318" name="Google Shape;318;p44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4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320" name="Google Shape;320;p44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21" name="Google Shape;321;p44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 txBox="1">
            <a:spLocks noGrp="1"/>
          </p:cNvSpPr>
          <p:nvPr>
            <p:ph type="body" idx="1"/>
          </p:nvPr>
        </p:nvSpPr>
        <p:spPr>
          <a:xfrm>
            <a:off x="452438" y="564370"/>
            <a:ext cx="8239200" cy="4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ontserrat Medium"/>
              <a:buNone/>
              <a:defRPr sz="3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324" name="Google Shape;324;p45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326" name="Google Shape;326;p45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27" name="Google Shape;327;p45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>
            <a:spLocks noGrp="1"/>
          </p:cNvSpPr>
          <p:nvPr>
            <p:ph type="body" idx="1"/>
          </p:nvPr>
        </p:nvSpPr>
        <p:spPr>
          <a:xfrm>
            <a:off x="1000125" y="3998532"/>
            <a:ext cx="714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30" name="Google Shape;330;p46"/>
          <p:cNvSpPr txBox="1">
            <a:spLocks noGrp="1"/>
          </p:cNvSpPr>
          <p:nvPr>
            <p:ph type="body" idx="2"/>
          </p:nvPr>
        </p:nvSpPr>
        <p:spPr>
          <a:xfrm>
            <a:off x="523875" y="1309688"/>
            <a:ext cx="8096400" cy="24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venir"/>
              <a:buNone/>
              <a:defRPr sz="3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venir"/>
              <a:buNone/>
              <a:defRPr sz="3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venir"/>
              <a:buNone/>
              <a:defRPr sz="3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venir"/>
              <a:buNone/>
              <a:defRPr sz="3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venir"/>
              <a:buNone/>
              <a:defRPr sz="3000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331" name="Google Shape;331;p46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6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333" name="Google Shape;333;p46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34" name="Google Shape;334;p46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523875" y="357188"/>
            <a:ext cx="8096400" cy="26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800"/>
              <a:buFont typeface="Montserrat SemiBold"/>
              <a:buNone/>
              <a:defRPr sz="6800">
                <a:solidFill>
                  <a:srgbClr val="198EB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800"/>
              <a:buFont typeface="Montserrat SemiBold"/>
              <a:buNone/>
              <a:defRPr sz="6800">
                <a:solidFill>
                  <a:srgbClr val="198EB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800"/>
              <a:buFont typeface="Montserrat SemiBold"/>
              <a:buNone/>
              <a:defRPr sz="6800">
                <a:solidFill>
                  <a:srgbClr val="198EB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800"/>
              <a:buFont typeface="Montserrat SemiBold"/>
              <a:buNone/>
              <a:defRPr sz="6800">
                <a:solidFill>
                  <a:srgbClr val="198EB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800"/>
              <a:buFont typeface="Montserrat SemiBold"/>
              <a:buNone/>
              <a:defRPr sz="6800">
                <a:solidFill>
                  <a:srgbClr val="198EB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body" idx="2"/>
          </p:nvPr>
        </p:nvSpPr>
        <p:spPr>
          <a:xfrm>
            <a:off x="523875" y="3093555"/>
            <a:ext cx="8096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Montserrat Medium"/>
              <a:buNone/>
              <a:defRPr sz="18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338" name="Google Shape;338;p4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7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340" name="Google Shape;340;p47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41" name="Google Shape;341;p47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meline x6">
  <p:cSld name="Timeline x6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9"/>
          <p:cNvCxnSpPr/>
          <p:nvPr/>
        </p:nvCxnSpPr>
        <p:spPr>
          <a:xfrm rot="10800000">
            <a:off x="450178" y="2394664"/>
            <a:ext cx="7120800" cy="0"/>
          </a:xfrm>
          <a:prstGeom prst="straightConnector1">
            <a:avLst/>
          </a:prstGeom>
          <a:noFill/>
          <a:ln w="50800" cap="rnd" cmpd="sng">
            <a:solidFill>
              <a:srgbClr val="198EB5"/>
            </a:solidFill>
            <a:prstDash val="dashDot"/>
            <a:round/>
            <a:headEnd type="none" w="sm" len="sm"/>
            <a:tailEnd type="none" w="sm" len="sm"/>
          </a:ln>
        </p:spPr>
      </p:cxnSp>
      <p:sp>
        <p:nvSpPr>
          <p:cNvPr id="359" name="Google Shape;359;p49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9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venir"/>
              <a:buNone/>
              <a:defRPr sz="1400">
                <a:solidFill>
                  <a:schemeClr val="accent4"/>
                </a:solidFill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Char char="•"/>
              <a:defRPr/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49"/>
          <p:cNvSpPr txBox="1">
            <a:spLocks noGrp="1"/>
          </p:cNvSpPr>
          <p:nvPr>
            <p:ph type="body" idx="2"/>
          </p:nvPr>
        </p:nvSpPr>
        <p:spPr>
          <a:xfrm>
            <a:off x="30717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62" name="Google Shape;362;p49"/>
          <p:cNvSpPr txBox="1">
            <a:spLocks noGrp="1"/>
          </p:cNvSpPr>
          <p:nvPr>
            <p:ph type="body" idx="3"/>
          </p:nvPr>
        </p:nvSpPr>
        <p:spPr>
          <a:xfrm>
            <a:off x="1771721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63" name="Google Shape;363;p49"/>
          <p:cNvSpPr txBox="1">
            <a:spLocks noGrp="1"/>
          </p:cNvSpPr>
          <p:nvPr>
            <p:ph type="body" idx="4"/>
          </p:nvPr>
        </p:nvSpPr>
        <p:spPr>
          <a:xfrm>
            <a:off x="3236265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64" name="Google Shape;364;p49"/>
          <p:cNvSpPr txBox="1">
            <a:spLocks noGrp="1"/>
          </p:cNvSpPr>
          <p:nvPr>
            <p:ph type="body" idx="5"/>
          </p:nvPr>
        </p:nvSpPr>
        <p:spPr>
          <a:xfrm>
            <a:off x="4700809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65" name="Google Shape;365;p49"/>
          <p:cNvSpPr txBox="1">
            <a:spLocks noGrp="1"/>
          </p:cNvSpPr>
          <p:nvPr>
            <p:ph type="body" idx="6"/>
          </p:nvPr>
        </p:nvSpPr>
        <p:spPr>
          <a:xfrm>
            <a:off x="6165353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66" name="Google Shape;366;p49"/>
          <p:cNvSpPr txBox="1">
            <a:spLocks noGrp="1"/>
          </p:cNvSpPr>
          <p:nvPr>
            <p:ph type="body" idx="7"/>
          </p:nvPr>
        </p:nvSpPr>
        <p:spPr>
          <a:xfrm>
            <a:off x="762989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67" name="Google Shape;367;p49"/>
          <p:cNvSpPr/>
          <p:nvPr/>
        </p:nvSpPr>
        <p:spPr>
          <a:xfrm>
            <a:off x="319823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8" name="Google Shape;368;p49"/>
          <p:cNvSpPr/>
          <p:nvPr/>
        </p:nvSpPr>
        <p:spPr>
          <a:xfrm>
            <a:off x="1786990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9" name="Google Shape;369;p49"/>
          <p:cNvSpPr/>
          <p:nvPr/>
        </p:nvSpPr>
        <p:spPr>
          <a:xfrm>
            <a:off x="3254158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0" name="Google Shape;370;p49"/>
          <p:cNvSpPr/>
          <p:nvPr/>
        </p:nvSpPr>
        <p:spPr>
          <a:xfrm>
            <a:off x="4721326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1" name="Google Shape;371;p49"/>
          <p:cNvSpPr/>
          <p:nvPr/>
        </p:nvSpPr>
        <p:spPr>
          <a:xfrm>
            <a:off x="6188493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72" name="Google Shape;372;p49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93748" y="2287608"/>
            <a:ext cx="214113" cy="21411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9"/>
          <p:cNvSpPr txBox="1">
            <a:spLocks noGrp="1"/>
          </p:cNvSpPr>
          <p:nvPr>
            <p:ph type="body" idx="8"/>
          </p:nvPr>
        </p:nvSpPr>
        <p:spPr>
          <a:xfrm>
            <a:off x="30717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74" name="Google Shape;374;p49"/>
          <p:cNvSpPr txBox="1">
            <a:spLocks noGrp="1"/>
          </p:cNvSpPr>
          <p:nvPr>
            <p:ph type="body" idx="9"/>
          </p:nvPr>
        </p:nvSpPr>
        <p:spPr>
          <a:xfrm>
            <a:off x="1771721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75" name="Google Shape;375;p49"/>
          <p:cNvSpPr txBox="1">
            <a:spLocks noGrp="1"/>
          </p:cNvSpPr>
          <p:nvPr>
            <p:ph type="body" idx="13"/>
          </p:nvPr>
        </p:nvSpPr>
        <p:spPr>
          <a:xfrm>
            <a:off x="3236265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76" name="Google Shape;376;p49"/>
          <p:cNvSpPr txBox="1">
            <a:spLocks noGrp="1"/>
          </p:cNvSpPr>
          <p:nvPr>
            <p:ph type="body" idx="14"/>
          </p:nvPr>
        </p:nvSpPr>
        <p:spPr>
          <a:xfrm>
            <a:off x="4700809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77" name="Google Shape;377;p49"/>
          <p:cNvSpPr txBox="1">
            <a:spLocks noGrp="1"/>
          </p:cNvSpPr>
          <p:nvPr>
            <p:ph type="body" idx="15"/>
          </p:nvPr>
        </p:nvSpPr>
        <p:spPr>
          <a:xfrm>
            <a:off x="6165353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78" name="Google Shape;378;p49"/>
          <p:cNvSpPr txBox="1">
            <a:spLocks noGrp="1"/>
          </p:cNvSpPr>
          <p:nvPr>
            <p:ph type="body" idx="16"/>
          </p:nvPr>
        </p:nvSpPr>
        <p:spPr>
          <a:xfrm>
            <a:off x="762989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379" name="Google Shape;379;p49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9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381" name="Google Shape;381;p49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82" name="Google Shape;382;p49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meline x5">
  <p:cSld name="Timeline x5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50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cxnSp>
        <p:nvCxnSpPr>
          <p:cNvPr id="386" name="Google Shape;386;p50"/>
          <p:cNvCxnSpPr/>
          <p:nvPr/>
        </p:nvCxnSpPr>
        <p:spPr>
          <a:xfrm rot="10800000">
            <a:off x="450178" y="2394664"/>
            <a:ext cx="7120800" cy="0"/>
          </a:xfrm>
          <a:prstGeom prst="straightConnector1">
            <a:avLst/>
          </a:prstGeom>
          <a:noFill/>
          <a:ln w="50800" cap="rnd" cmpd="sng">
            <a:solidFill>
              <a:srgbClr val="198EB5"/>
            </a:solidFill>
            <a:prstDash val="dashDot"/>
            <a:round/>
            <a:headEnd type="none" w="sm" len="sm"/>
            <a:tailEnd type="none" w="sm" len="sm"/>
          </a:ln>
        </p:spPr>
      </p:cxnSp>
      <p:sp>
        <p:nvSpPr>
          <p:cNvPr id="387" name="Google Shape;387;p50"/>
          <p:cNvSpPr txBox="1">
            <a:spLocks noGrp="1"/>
          </p:cNvSpPr>
          <p:nvPr>
            <p:ph type="body" idx="2"/>
          </p:nvPr>
        </p:nvSpPr>
        <p:spPr>
          <a:xfrm>
            <a:off x="30717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88" name="Google Shape;388;p50"/>
          <p:cNvSpPr txBox="1">
            <a:spLocks noGrp="1"/>
          </p:cNvSpPr>
          <p:nvPr>
            <p:ph type="body" idx="3"/>
          </p:nvPr>
        </p:nvSpPr>
        <p:spPr>
          <a:xfrm>
            <a:off x="213785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89" name="Google Shape;389;p50"/>
          <p:cNvSpPr txBox="1">
            <a:spLocks noGrp="1"/>
          </p:cNvSpPr>
          <p:nvPr>
            <p:ph type="body" idx="4"/>
          </p:nvPr>
        </p:nvSpPr>
        <p:spPr>
          <a:xfrm>
            <a:off x="396853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90" name="Google Shape;390;p50"/>
          <p:cNvSpPr txBox="1">
            <a:spLocks noGrp="1"/>
          </p:cNvSpPr>
          <p:nvPr>
            <p:ph type="body" idx="5"/>
          </p:nvPr>
        </p:nvSpPr>
        <p:spPr>
          <a:xfrm>
            <a:off x="579921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91" name="Google Shape;391;p50"/>
          <p:cNvSpPr txBox="1">
            <a:spLocks noGrp="1"/>
          </p:cNvSpPr>
          <p:nvPr>
            <p:ph type="body" idx="6"/>
          </p:nvPr>
        </p:nvSpPr>
        <p:spPr>
          <a:xfrm>
            <a:off x="762989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92" name="Google Shape;392;p50"/>
          <p:cNvSpPr/>
          <p:nvPr/>
        </p:nvSpPr>
        <p:spPr>
          <a:xfrm>
            <a:off x="319823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3" name="Google Shape;393;p50"/>
          <p:cNvSpPr/>
          <p:nvPr/>
        </p:nvSpPr>
        <p:spPr>
          <a:xfrm>
            <a:off x="2152210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4" name="Google Shape;394;p50"/>
          <p:cNvSpPr/>
          <p:nvPr/>
        </p:nvSpPr>
        <p:spPr>
          <a:xfrm>
            <a:off x="3984596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5" name="Google Shape;395;p50"/>
          <p:cNvSpPr/>
          <p:nvPr/>
        </p:nvSpPr>
        <p:spPr>
          <a:xfrm>
            <a:off x="5816982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96" name="Google Shape;396;p50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93748" y="2287608"/>
            <a:ext cx="214113" cy="21411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0"/>
          <p:cNvSpPr txBox="1">
            <a:spLocks noGrp="1"/>
          </p:cNvSpPr>
          <p:nvPr>
            <p:ph type="body" idx="7"/>
          </p:nvPr>
        </p:nvSpPr>
        <p:spPr>
          <a:xfrm>
            <a:off x="30717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98" name="Google Shape;398;p50"/>
          <p:cNvSpPr txBox="1">
            <a:spLocks noGrp="1"/>
          </p:cNvSpPr>
          <p:nvPr>
            <p:ph type="body" idx="8"/>
          </p:nvPr>
        </p:nvSpPr>
        <p:spPr>
          <a:xfrm>
            <a:off x="213785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99" name="Google Shape;399;p50"/>
          <p:cNvSpPr txBox="1">
            <a:spLocks noGrp="1"/>
          </p:cNvSpPr>
          <p:nvPr>
            <p:ph type="body" idx="9"/>
          </p:nvPr>
        </p:nvSpPr>
        <p:spPr>
          <a:xfrm>
            <a:off x="396853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00" name="Google Shape;400;p50"/>
          <p:cNvSpPr txBox="1">
            <a:spLocks noGrp="1"/>
          </p:cNvSpPr>
          <p:nvPr>
            <p:ph type="body" idx="13"/>
          </p:nvPr>
        </p:nvSpPr>
        <p:spPr>
          <a:xfrm>
            <a:off x="579921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01" name="Google Shape;401;p50"/>
          <p:cNvSpPr txBox="1">
            <a:spLocks noGrp="1"/>
          </p:cNvSpPr>
          <p:nvPr>
            <p:ph type="body" idx="14"/>
          </p:nvPr>
        </p:nvSpPr>
        <p:spPr>
          <a:xfrm>
            <a:off x="762989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402" name="Google Shape;402;p50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0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404" name="Google Shape;404;p50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05" name="Google Shape;405;p50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meline x4">
  <p:cSld name="Timeline x4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51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cxnSp>
        <p:nvCxnSpPr>
          <p:cNvPr id="409" name="Google Shape;409;p51"/>
          <p:cNvCxnSpPr/>
          <p:nvPr/>
        </p:nvCxnSpPr>
        <p:spPr>
          <a:xfrm rot="10800000">
            <a:off x="384102" y="2394664"/>
            <a:ext cx="6663000" cy="0"/>
          </a:xfrm>
          <a:prstGeom prst="straightConnector1">
            <a:avLst/>
          </a:prstGeom>
          <a:noFill/>
          <a:ln w="50800" cap="rnd" cmpd="sng">
            <a:solidFill>
              <a:srgbClr val="198EB5"/>
            </a:solidFill>
            <a:prstDash val="dashDot"/>
            <a:round/>
            <a:headEnd type="none" w="sm" len="sm"/>
            <a:tailEnd type="none" w="sm" len="sm"/>
          </a:ln>
        </p:spPr>
      </p:cxnSp>
      <p:sp>
        <p:nvSpPr>
          <p:cNvPr id="410" name="Google Shape;410;p51"/>
          <p:cNvSpPr txBox="1">
            <a:spLocks noGrp="1"/>
          </p:cNvSpPr>
          <p:nvPr>
            <p:ph type="body" idx="2"/>
          </p:nvPr>
        </p:nvSpPr>
        <p:spPr>
          <a:xfrm>
            <a:off x="30717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11" name="Google Shape;411;p51"/>
          <p:cNvSpPr txBox="1">
            <a:spLocks noGrp="1"/>
          </p:cNvSpPr>
          <p:nvPr>
            <p:ph type="body" idx="3"/>
          </p:nvPr>
        </p:nvSpPr>
        <p:spPr>
          <a:xfrm>
            <a:off x="2589334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12" name="Google Shape;412;p51"/>
          <p:cNvSpPr txBox="1">
            <a:spLocks noGrp="1"/>
          </p:cNvSpPr>
          <p:nvPr>
            <p:ph type="body" idx="4"/>
          </p:nvPr>
        </p:nvSpPr>
        <p:spPr>
          <a:xfrm>
            <a:off x="4871490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13" name="Google Shape;413;p51"/>
          <p:cNvSpPr txBox="1">
            <a:spLocks noGrp="1"/>
          </p:cNvSpPr>
          <p:nvPr>
            <p:ph type="body" idx="5"/>
          </p:nvPr>
        </p:nvSpPr>
        <p:spPr>
          <a:xfrm>
            <a:off x="715364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14" name="Google Shape;414;p51"/>
          <p:cNvSpPr/>
          <p:nvPr/>
        </p:nvSpPr>
        <p:spPr>
          <a:xfrm>
            <a:off x="319823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2604255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4888687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17" name="Google Shape;417;p51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69873" y="2287608"/>
            <a:ext cx="214113" cy="214113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1"/>
          <p:cNvSpPr txBox="1">
            <a:spLocks noGrp="1"/>
          </p:cNvSpPr>
          <p:nvPr>
            <p:ph type="body" idx="6"/>
          </p:nvPr>
        </p:nvSpPr>
        <p:spPr>
          <a:xfrm>
            <a:off x="30717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19" name="Google Shape;419;p51"/>
          <p:cNvSpPr txBox="1">
            <a:spLocks noGrp="1"/>
          </p:cNvSpPr>
          <p:nvPr>
            <p:ph type="body" idx="7"/>
          </p:nvPr>
        </p:nvSpPr>
        <p:spPr>
          <a:xfrm>
            <a:off x="2589334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20" name="Google Shape;420;p51"/>
          <p:cNvSpPr txBox="1">
            <a:spLocks noGrp="1"/>
          </p:cNvSpPr>
          <p:nvPr>
            <p:ph type="body" idx="8"/>
          </p:nvPr>
        </p:nvSpPr>
        <p:spPr>
          <a:xfrm>
            <a:off x="4871490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21" name="Google Shape;421;p51"/>
          <p:cNvSpPr txBox="1">
            <a:spLocks noGrp="1"/>
          </p:cNvSpPr>
          <p:nvPr>
            <p:ph type="body" idx="9"/>
          </p:nvPr>
        </p:nvSpPr>
        <p:spPr>
          <a:xfrm>
            <a:off x="715364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422" name="Google Shape;422;p51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1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424" name="Google Shape;424;p51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25" name="Google Shape;425;p51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meline x3">
  <p:cSld name="Timeline x3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52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cxnSp>
        <p:nvCxnSpPr>
          <p:cNvPr id="429" name="Google Shape;429;p52"/>
          <p:cNvCxnSpPr/>
          <p:nvPr/>
        </p:nvCxnSpPr>
        <p:spPr>
          <a:xfrm rot="10800000">
            <a:off x="450170" y="2394664"/>
            <a:ext cx="5426100" cy="0"/>
          </a:xfrm>
          <a:prstGeom prst="straightConnector1">
            <a:avLst/>
          </a:prstGeom>
          <a:noFill/>
          <a:ln w="50800" cap="rnd" cmpd="sng">
            <a:solidFill>
              <a:srgbClr val="198EB5"/>
            </a:solidFill>
            <a:prstDash val="dashDot"/>
            <a:round/>
            <a:headEnd type="none" w="sm" len="sm"/>
            <a:tailEnd type="none" w="sm" len="sm"/>
          </a:ln>
        </p:spPr>
      </p:cxnSp>
      <p:sp>
        <p:nvSpPr>
          <p:cNvPr id="430" name="Google Shape;430;p52"/>
          <p:cNvSpPr txBox="1">
            <a:spLocks noGrp="1"/>
          </p:cNvSpPr>
          <p:nvPr>
            <p:ph type="body" idx="2"/>
          </p:nvPr>
        </p:nvSpPr>
        <p:spPr>
          <a:xfrm>
            <a:off x="307177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31" name="Google Shape;431;p52"/>
          <p:cNvSpPr txBox="1">
            <a:spLocks noGrp="1"/>
          </p:cNvSpPr>
          <p:nvPr>
            <p:ph type="body" idx="3"/>
          </p:nvPr>
        </p:nvSpPr>
        <p:spPr>
          <a:xfrm>
            <a:off x="3028314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32" name="Google Shape;432;p52"/>
          <p:cNvSpPr txBox="1">
            <a:spLocks noGrp="1"/>
          </p:cNvSpPr>
          <p:nvPr>
            <p:ph type="body" idx="4"/>
          </p:nvPr>
        </p:nvSpPr>
        <p:spPr>
          <a:xfrm>
            <a:off x="5939951" y="2635988"/>
            <a:ext cx="12294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33" name="Google Shape;433;p52"/>
          <p:cNvSpPr/>
          <p:nvPr/>
        </p:nvSpPr>
        <p:spPr>
          <a:xfrm>
            <a:off x="319823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4" name="Google Shape;434;p52"/>
          <p:cNvSpPr/>
          <p:nvPr/>
        </p:nvSpPr>
        <p:spPr>
          <a:xfrm>
            <a:off x="3044373" y="2343229"/>
            <a:ext cx="102900" cy="1029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35" name="Google Shape;435;p52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03802" y="2287608"/>
            <a:ext cx="214113" cy="21411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2"/>
          <p:cNvSpPr txBox="1">
            <a:spLocks noGrp="1"/>
          </p:cNvSpPr>
          <p:nvPr>
            <p:ph type="body" idx="5"/>
          </p:nvPr>
        </p:nvSpPr>
        <p:spPr>
          <a:xfrm>
            <a:off x="307177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37" name="Google Shape;437;p52"/>
          <p:cNvSpPr txBox="1">
            <a:spLocks noGrp="1"/>
          </p:cNvSpPr>
          <p:nvPr>
            <p:ph type="body" idx="6"/>
          </p:nvPr>
        </p:nvSpPr>
        <p:spPr>
          <a:xfrm>
            <a:off x="3028314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38" name="Google Shape;438;p52"/>
          <p:cNvSpPr txBox="1">
            <a:spLocks noGrp="1"/>
          </p:cNvSpPr>
          <p:nvPr>
            <p:ph type="body" idx="7"/>
          </p:nvPr>
        </p:nvSpPr>
        <p:spPr>
          <a:xfrm>
            <a:off x="5939951" y="1891401"/>
            <a:ext cx="12294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439" name="Google Shape;439;p52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2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441" name="Google Shape;441;p52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42" name="Google Shape;442;p52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Right Alt">
  <p:cSld name="Title &amp; Photo Right Alt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>
            <a:spLocks noGrp="1"/>
          </p:cNvSpPr>
          <p:nvPr>
            <p:ph type="title"/>
          </p:nvPr>
        </p:nvSpPr>
        <p:spPr>
          <a:xfrm>
            <a:off x="238125" y="355197"/>
            <a:ext cx="4214700" cy="2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53"/>
          <p:cNvSpPr txBox="1">
            <a:spLocks noGrp="1"/>
          </p:cNvSpPr>
          <p:nvPr>
            <p:ph type="body" idx="1"/>
          </p:nvPr>
        </p:nvSpPr>
        <p:spPr>
          <a:xfrm>
            <a:off x="238125" y="2571516"/>
            <a:ext cx="4214700" cy="2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46" name="Google Shape;446;p53"/>
          <p:cNvSpPr>
            <a:spLocks noGrp="1"/>
          </p:cNvSpPr>
          <p:nvPr>
            <p:ph type="pic" idx="2"/>
          </p:nvPr>
        </p:nvSpPr>
        <p:spPr>
          <a:xfrm>
            <a:off x="4693272" y="356681"/>
            <a:ext cx="4216500" cy="4241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47" name="Google Shape;447;p53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3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449" name="Google Shape;449;p53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50" name="Google Shape;450;p53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Left Alt">
  <p:cSld name="Title &amp; Photo Left Al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4"/>
          <p:cNvSpPr txBox="1">
            <a:spLocks noGrp="1"/>
          </p:cNvSpPr>
          <p:nvPr>
            <p:ph type="title"/>
          </p:nvPr>
        </p:nvSpPr>
        <p:spPr>
          <a:xfrm>
            <a:off x="4694090" y="355197"/>
            <a:ext cx="4214700" cy="2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54"/>
          <p:cNvSpPr txBox="1">
            <a:spLocks noGrp="1"/>
          </p:cNvSpPr>
          <p:nvPr>
            <p:ph type="body" idx="1"/>
          </p:nvPr>
        </p:nvSpPr>
        <p:spPr>
          <a:xfrm>
            <a:off x="4694090" y="2571516"/>
            <a:ext cx="4214700" cy="2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54" name="Google Shape;454;p54"/>
          <p:cNvSpPr>
            <a:spLocks noGrp="1"/>
          </p:cNvSpPr>
          <p:nvPr>
            <p:ph type="pic" idx="2"/>
          </p:nvPr>
        </p:nvSpPr>
        <p:spPr>
          <a:xfrm>
            <a:off x="235944" y="356681"/>
            <a:ext cx="4216500" cy="4241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55" name="Google Shape;455;p54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4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457" name="Google Shape;457;p54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58" name="Google Shape;458;p54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 Right">
  <p:cSld name="Title, Bullets &amp; Photo Righ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5"/>
          <p:cNvSpPr txBox="1">
            <a:spLocks noGrp="1"/>
          </p:cNvSpPr>
          <p:nvPr>
            <p:ph type="body" idx="1"/>
          </p:nvPr>
        </p:nvSpPr>
        <p:spPr>
          <a:xfrm>
            <a:off x="238125" y="713613"/>
            <a:ext cx="4214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61" name="Google Shape;461;p55"/>
          <p:cNvSpPr txBox="1">
            <a:spLocks noGrp="1"/>
          </p:cNvSpPr>
          <p:nvPr>
            <p:ph type="body" idx="2"/>
          </p:nvPr>
        </p:nvSpPr>
        <p:spPr>
          <a:xfrm>
            <a:off x="238125" y="1309029"/>
            <a:ext cx="42147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55"/>
          <p:cNvSpPr txBox="1">
            <a:spLocks noGrp="1"/>
          </p:cNvSpPr>
          <p:nvPr>
            <p:ph type="title"/>
          </p:nvPr>
        </p:nvSpPr>
        <p:spPr>
          <a:xfrm>
            <a:off x="238125" y="357152"/>
            <a:ext cx="4214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55"/>
          <p:cNvSpPr>
            <a:spLocks noGrp="1"/>
          </p:cNvSpPr>
          <p:nvPr>
            <p:ph type="pic" idx="3"/>
          </p:nvPr>
        </p:nvSpPr>
        <p:spPr>
          <a:xfrm>
            <a:off x="4693272" y="356681"/>
            <a:ext cx="4216500" cy="4241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64" name="Google Shape;464;p55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5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466" name="Google Shape;466;p55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67" name="Google Shape;467;p55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1/3 Containers with Images">
  <p:cSld name="Title &amp; 1/3 Containers with Images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7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57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80" name="Google Shape;480;p57"/>
          <p:cNvSpPr/>
          <p:nvPr/>
        </p:nvSpPr>
        <p:spPr>
          <a:xfrm>
            <a:off x="236537" y="1309031"/>
            <a:ext cx="2739600" cy="3287100"/>
          </a:xfrm>
          <a:prstGeom prst="roundRect">
            <a:avLst>
              <a:gd name="adj" fmla="val 2696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1" name="Google Shape;481;p57"/>
          <p:cNvSpPr txBox="1">
            <a:spLocks noGrp="1"/>
          </p:cNvSpPr>
          <p:nvPr>
            <p:ph type="body" idx="2"/>
          </p:nvPr>
        </p:nvSpPr>
        <p:spPr>
          <a:xfrm>
            <a:off x="234948" y="3024224"/>
            <a:ext cx="27396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57"/>
          <p:cNvSpPr>
            <a:spLocks noGrp="1"/>
          </p:cNvSpPr>
          <p:nvPr>
            <p:ph type="pic" idx="3"/>
          </p:nvPr>
        </p:nvSpPr>
        <p:spPr>
          <a:xfrm>
            <a:off x="238125" y="798431"/>
            <a:ext cx="2736600" cy="273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3" name="Google Shape;483;p57"/>
          <p:cNvSpPr/>
          <p:nvPr/>
        </p:nvSpPr>
        <p:spPr>
          <a:xfrm>
            <a:off x="3202160" y="1309031"/>
            <a:ext cx="2739600" cy="3287100"/>
          </a:xfrm>
          <a:prstGeom prst="roundRect">
            <a:avLst>
              <a:gd name="adj" fmla="val 2696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4" name="Google Shape;484;p57"/>
          <p:cNvSpPr>
            <a:spLocks noGrp="1"/>
          </p:cNvSpPr>
          <p:nvPr>
            <p:ph type="pic" idx="4"/>
          </p:nvPr>
        </p:nvSpPr>
        <p:spPr>
          <a:xfrm>
            <a:off x="3203748" y="798431"/>
            <a:ext cx="2736600" cy="273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5" name="Google Shape;485;p57"/>
          <p:cNvSpPr/>
          <p:nvPr/>
        </p:nvSpPr>
        <p:spPr>
          <a:xfrm>
            <a:off x="6169372" y="1309031"/>
            <a:ext cx="2739600" cy="3287100"/>
          </a:xfrm>
          <a:prstGeom prst="roundRect">
            <a:avLst>
              <a:gd name="adj" fmla="val 2696"/>
            </a:avLst>
          </a:prstGeom>
          <a:solidFill>
            <a:srgbClr val="F2F3F6"/>
          </a:solidFill>
          <a:ln>
            <a:noFill/>
          </a:ln>
        </p:spPr>
        <p:txBody>
          <a:bodyPr spcFirstLastPara="1" wrap="square" lIns="114300" tIns="114300" rIns="114300" bIns="1143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900"/>
              <a:buFont typeface="Avenir"/>
              <a:buNone/>
            </a:pPr>
            <a:endParaRPr sz="900" b="0" i="0" u="none" strike="noStrike" cap="non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6" name="Google Shape;486;p57"/>
          <p:cNvSpPr>
            <a:spLocks noGrp="1"/>
          </p:cNvSpPr>
          <p:nvPr>
            <p:ph type="pic" idx="5"/>
          </p:nvPr>
        </p:nvSpPr>
        <p:spPr>
          <a:xfrm>
            <a:off x="6170960" y="798431"/>
            <a:ext cx="2736600" cy="273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7" name="Google Shape;487;p57"/>
          <p:cNvSpPr txBox="1">
            <a:spLocks noGrp="1"/>
          </p:cNvSpPr>
          <p:nvPr>
            <p:ph type="body" idx="6"/>
          </p:nvPr>
        </p:nvSpPr>
        <p:spPr>
          <a:xfrm>
            <a:off x="3202160" y="3024224"/>
            <a:ext cx="27396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57"/>
          <p:cNvSpPr txBox="1">
            <a:spLocks noGrp="1"/>
          </p:cNvSpPr>
          <p:nvPr>
            <p:ph type="body" idx="7"/>
          </p:nvPr>
        </p:nvSpPr>
        <p:spPr>
          <a:xfrm>
            <a:off x="6169372" y="3024224"/>
            <a:ext cx="27396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489" name="Google Shape;489;p5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7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491" name="Google Shape;491;p57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92" name="Google Shape;492;p57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1/3 Lines with Images">
  <p:cSld name="Title &amp; 1/3 Lines with Images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58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96" name="Google Shape;496;p58"/>
          <p:cNvSpPr>
            <a:spLocks noGrp="1"/>
          </p:cNvSpPr>
          <p:nvPr>
            <p:ph type="pic" idx="2"/>
          </p:nvPr>
        </p:nvSpPr>
        <p:spPr>
          <a:xfrm>
            <a:off x="238125" y="798431"/>
            <a:ext cx="2736600" cy="273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7" name="Google Shape;497;p58"/>
          <p:cNvSpPr>
            <a:spLocks noGrp="1"/>
          </p:cNvSpPr>
          <p:nvPr>
            <p:ph type="pic" idx="3"/>
          </p:nvPr>
        </p:nvSpPr>
        <p:spPr>
          <a:xfrm>
            <a:off x="3203748" y="798431"/>
            <a:ext cx="2736600" cy="273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8" name="Google Shape;498;p58"/>
          <p:cNvSpPr>
            <a:spLocks noGrp="1"/>
          </p:cNvSpPr>
          <p:nvPr>
            <p:ph type="pic" idx="4"/>
          </p:nvPr>
        </p:nvSpPr>
        <p:spPr>
          <a:xfrm>
            <a:off x="6170960" y="798431"/>
            <a:ext cx="2736600" cy="273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499" name="Google Shape;499;p58"/>
          <p:cNvCxnSpPr/>
          <p:nvPr/>
        </p:nvCxnSpPr>
        <p:spPr>
          <a:xfrm rot="10800000">
            <a:off x="3086730" y="1308514"/>
            <a:ext cx="0" cy="32151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500" name="Google Shape;500;p58"/>
          <p:cNvCxnSpPr/>
          <p:nvPr/>
        </p:nvCxnSpPr>
        <p:spPr>
          <a:xfrm rot="10800000">
            <a:off x="6056601" y="1308514"/>
            <a:ext cx="0" cy="3215100"/>
          </a:xfrm>
          <a:prstGeom prst="straightConnector1">
            <a:avLst/>
          </a:prstGeom>
          <a:noFill/>
          <a:ln w="25400" cap="flat" cmpd="sng">
            <a:solidFill>
              <a:srgbClr val="E9EEF5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01" name="Google Shape;501;p58"/>
          <p:cNvSpPr txBox="1">
            <a:spLocks noGrp="1"/>
          </p:cNvSpPr>
          <p:nvPr>
            <p:ph type="body" idx="5"/>
          </p:nvPr>
        </p:nvSpPr>
        <p:spPr>
          <a:xfrm>
            <a:off x="3203748" y="3014047"/>
            <a:ext cx="27396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body" idx="6"/>
          </p:nvPr>
        </p:nvSpPr>
        <p:spPr>
          <a:xfrm>
            <a:off x="6169372" y="3014047"/>
            <a:ext cx="27396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58"/>
          <p:cNvSpPr txBox="1">
            <a:spLocks noGrp="1"/>
          </p:cNvSpPr>
          <p:nvPr>
            <p:ph type="body" idx="7"/>
          </p:nvPr>
        </p:nvSpPr>
        <p:spPr>
          <a:xfrm>
            <a:off x="236537" y="3014047"/>
            <a:ext cx="2739600" cy="1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152400" rIns="152400" bIns="15240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Font typeface="Avenir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504" name="Google Shape;504;p58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8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506" name="Google Shape;506;p58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07" name="Google Shape;507;p58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1/3 Containers w/ icons">
  <p:cSld name="Title &amp; 1/3 Containers w/ icons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9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59"/>
          <p:cNvSpPr txBox="1">
            <a:spLocks noGrp="1"/>
          </p:cNvSpPr>
          <p:nvPr>
            <p:ph type="body" idx="1"/>
          </p:nvPr>
        </p:nvSpPr>
        <p:spPr>
          <a:xfrm>
            <a:off x="238125" y="714375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sz="14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730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Char char="•"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511" name="Google Shape;511;p59"/>
          <p:cNvSpPr txBox="1">
            <a:spLocks noGrp="1"/>
          </p:cNvSpPr>
          <p:nvPr>
            <p:ph type="body" idx="2"/>
          </p:nvPr>
        </p:nvSpPr>
        <p:spPr>
          <a:xfrm>
            <a:off x="419908" y="2677074"/>
            <a:ext cx="23793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59"/>
          <p:cNvSpPr>
            <a:spLocks noGrp="1"/>
          </p:cNvSpPr>
          <p:nvPr>
            <p:ph type="pic" idx="3"/>
          </p:nvPr>
        </p:nvSpPr>
        <p:spPr>
          <a:xfrm>
            <a:off x="1013468" y="1339797"/>
            <a:ext cx="1192200" cy="113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3" name="Google Shape;513;p59"/>
          <p:cNvSpPr>
            <a:spLocks noGrp="1"/>
          </p:cNvSpPr>
          <p:nvPr>
            <p:ph type="pic" idx="4"/>
          </p:nvPr>
        </p:nvSpPr>
        <p:spPr>
          <a:xfrm>
            <a:off x="3975869" y="1339797"/>
            <a:ext cx="1192200" cy="113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4" name="Google Shape;514;p59"/>
          <p:cNvSpPr>
            <a:spLocks noGrp="1"/>
          </p:cNvSpPr>
          <p:nvPr>
            <p:ph type="pic" idx="5"/>
          </p:nvPr>
        </p:nvSpPr>
        <p:spPr>
          <a:xfrm>
            <a:off x="6938270" y="1339797"/>
            <a:ext cx="1192200" cy="113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5" name="Google Shape;515;p59"/>
          <p:cNvSpPr txBox="1">
            <a:spLocks noGrp="1"/>
          </p:cNvSpPr>
          <p:nvPr>
            <p:ph type="body" idx="6"/>
          </p:nvPr>
        </p:nvSpPr>
        <p:spPr>
          <a:xfrm>
            <a:off x="3382308" y="2677074"/>
            <a:ext cx="23793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59"/>
          <p:cNvSpPr txBox="1">
            <a:spLocks noGrp="1"/>
          </p:cNvSpPr>
          <p:nvPr>
            <p:ph type="body" idx="7"/>
          </p:nvPr>
        </p:nvSpPr>
        <p:spPr>
          <a:xfrm>
            <a:off x="6344709" y="2640527"/>
            <a:ext cx="23793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1pPr>
            <a:lvl2pPr marL="91440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2pPr>
            <a:lvl3pPr marL="1371600" lvl="2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3pPr>
            <a:lvl4pPr marL="1828800" lvl="3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4pPr>
            <a:lvl5pPr marL="228600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4398B1"/>
              </a:buClr>
              <a:buSzPts val="1100"/>
              <a:buChar char="•"/>
              <a:defRPr>
                <a:solidFill>
                  <a:schemeClr val="accent4"/>
                </a:solidFill>
              </a:defRPr>
            </a:lvl5pPr>
            <a:lvl6pPr marL="274320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7pPr>
            <a:lvl8pPr marL="365760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517" name="Google Shape;517;p59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9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519" name="Google Shape;519;p59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20" name="Google Shape;520;p59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0"/>
          <p:cNvSpPr>
            <a:spLocks noGrp="1"/>
          </p:cNvSpPr>
          <p:nvPr>
            <p:ph type="pic" idx="2"/>
          </p:nvPr>
        </p:nvSpPr>
        <p:spPr>
          <a:xfrm>
            <a:off x="6167877" y="-46593"/>
            <a:ext cx="2736000" cy="2832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3" name="Google Shape;523;p60"/>
          <p:cNvSpPr>
            <a:spLocks noGrp="1"/>
          </p:cNvSpPr>
          <p:nvPr>
            <p:ph type="pic" idx="3"/>
          </p:nvPr>
        </p:nvSpPr>
        <p:spPr>
          <a:xfrm>
            <a:off x="6167877" y="2165445"/>
            <a:ext cx="2736300" cy="2832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4" name="Google Shape;524;p60"/>
          <p:cNvSpPr>
            <a:spLocks noGrp="1"/>
          </p:cNvSpPr>
          <p:nvPr>
            <p:ph type="pic" idx="4"/>
          </p:nvPr>
        </p:nvSpPr>
        <p:spPr>
          <a:xfrm>
            <a:off x="239887" y="-480887"/>
            <a:ext cx="5713800" cy="59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25" name="Google Shape;525;p60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0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527" name="Google Shape;527;p60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28" name="Google Shape;528;p60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1"/>
          <p:cNvSpPr>
            <a:spLocks noGrp="1"/>
          </p:cNvSpPr>
          <p:nvPr>
            <p:ph type="pic" idx="2"/>
          </p:nvPr>
        </p:nvSpPr>
        <p:spPr>
          <a:xfrm>
            <a:off x="0" y="-2160984"/>
            <a:ext cx="9144000" cy="946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1" name="Google Shape;531;p61"/>
          <p:cNvSpPr txBox="1">
            <a:spLocks noGrp="1"/>
          </p:cNvSpPr>
          <p:nvPr>
            <p:ph type="sldNum" idx="12"/>
          </p:nvPr>
        </p:nvSpPr>
        <p:spPr>
          <a:xfrm>
            <a:off x="4500562" y="4888687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700"/>
              <a:buFont typeface="Avenir"/>
              <a:buNone/>
              <a:defRPr sz="700">
                <a:solidFill>
                  <a:srgbClr val="FDFFFC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strike="noStrike" cap="non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ing Slide One-line Spark">
  <p:cSld name="Ending Slide One-line Spark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62" descr="Spark_Star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2"/>
          <p:cNvSpPr txBox="1">
            <a:spLocks noGrp="1"/>
          </p:cNvSpPr>
          <p:nvPr>
            <p:ph type="title"/>
          </p:nvPr>
        </p:nvSpPr>
        <p:spPr>
          <a:xfrm>
            <a:off x="238125" y="2277673"/>
            <a:ext cx="86679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5C"/>
              </a:buClr>
              <a:buSzPts val="4400"/>
              <a:buFont typeface="Avenir"/>
              <a:buNone/>
              <a:defRPr sz="4400">
                <a:solidFill>
                  <a:srgbClr val="1C1C5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62"/>
          <p:cNvSpPr txBox="1">
            <a:spLocks noGrp="1"/>
          </p:cNvSpPr>
          <p:nvPr>
            <p:ph type="sldNum" idx="12"/>
          </p:nvPr>
        </p:nvSpPr>
        <p:spPr>
          <a:xfrm>
            <a:off x="4505858" y="4812221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6" name="Google Shape;536;p62"/>
          <p:cNvPicPr preferRelativeResize="0"/>
          <p:nvPr/>
        </p:nvPicPr>
        <p:blipFill rotWithShape="1">
          <a:blip r:embed="rId3">
            <a:alphaModFix/>
          </a:blip>
          <a:srcRect t="21109" b="21103"/>
          <a:stretch/>
        </p:blipFill>
        <p:spPr>
          <a:xfrm>
            <a:off x="271078" y="1711238"/>
            <a:ext cx="3732893" cy="34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ing Slide One-line">
  <p:cSld name="Ending Slide One-line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63" descr="[UPDATED] Fantasy_Star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63"/>
          <p:cNvSpPr txBox="1">
            <a:spLocks noGrp="1"/>
          </p:cNvSpPr>
          <p:nvPr>
            <p:ph type="title"/>
          </p:nvPr>
        </p:nvSpPr>
        <p:spPr>
          <a:xfrm>
            <a:off x="238125" y="2277673"/>
            <a:ext cx="86679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400"/>
              <a:buFont typeface="Avenir"/>
              <a:buNone/>
              <a:defRPr sz="4400">
                <a:solidFill>
                  <a:srgbClr val="FDFFF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63"/>
          <p:cNvSpPr txBox="1">
            <a:spLocks noGrp="1"/>
          </p:cNvSpPr>
          <p:nvPr>
            <p:ph type="sldNum" idx="12"/>
          </p:nvPr>
        </p:nvSpPr>
        <p:spPr>
          <a:xfrm>
            <a:off x="4569657" y="4812221"/>
            <a:ext cx="1353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1pPr>
            <a:lvl2pPr marL="0" lvl="1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2pPr>
            <a:lvl3pPr marL="0" lvl="2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3pPr>
            <a:lvl4pPr marL="0" lvl="3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4pPr>
            <a:lvl5pPr marL="0" lvl="4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5pPr>
            <a:lvl6pPr marL="0" lvl="5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6pPr>
            <a:lvl7pPr marL="0" lvl="6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7pPr>
            <a:lvl8pPr marL="0" lvl="7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8pPr>
            <a:lvl9pPr marL="0" lvl="8" indent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600"/>
              <a:buFont typeface="Avenir"/>
              <a:buNone/>
              <a:defRPr>
                <a:solidFill>
                  <a:srgbClr val="198EB5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600" b="0" i="0" u="none" strike="noStrike" cap="none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41" name="Google Shape;54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78" y="1711238"/>
            <a:ext cx="3732890" cy="342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Light">
  <p:cSld name="Blank Light">
    <p:bg>
      <p:bgPr>
        <a:solidFill>
          <a:srgbClr val="F7FAFC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64" descr="Spark_Star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4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lue">
  <p:cSld name="Blank Blue">
    <p:bg>
      <p:bgPr>
        <a:solidFill>
          <a:srgbClr val="F7FAFC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65" descr="[UPDATED] Fantasy_Star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5"/>
          <p:cNvSpPr txBox="1">
            <a:spLocks noGrp="1"/>
          </p:cNvSpPr>
          <p:nvPr>
            <p:ph type="sldNum" idx="12"/>
          </p:nvPr>
        </p:nvSpPr>
        <p:spPr>
          <a:xfrm>
            <a:off x="8803233" y="4709846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600" b="0" i="0" u="none" strike="noStrike" cap="none">
              <a:solidFill>
                <a:srgbClr val="8295A8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(w/o footer)">
  <p:cSld name="Blank (w/o footer)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6"/>
          <p:cNvSpPr txBox="1">
            <a:spLocks noGrp="1"/>
          </p:cNvSpPr>
          <p:nvPr>
            <p:ph type="sldNum" idx="12"/>
          </p:nvPr>
        </p:nvSpPr>
        <p:spPr>
          <a:xfrm>
            <a:off x="4505858" y="4812221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(w/footer)">
  <p:cSld name="Blank (w/footer)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6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67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553" name="Google Shape;553;p67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54" name="Google Shape;554;p67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Fantasy Blue">
  <p:cSld name="Background Fantasy Blue">
    <p:bg>
      <p:bgPr>
        <a:solidFill>
          <a:srgbClr val="EBF5F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68" descr="[UPDATED] Fantasy_Star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68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>
              <a:solidFill>
                <a:schemeClr val="accent1"/>
              </a:solidFill>
            </a:endParaRPr>
          </a:p>
        </p:txBody>
      </p:sp>
      <p:cxnSp>
        <p:nvCxnSpPr>
          <p:cNvPr id="559" name="Google Shape;559;p68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60" name="Google Shape;560;p68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Fantasy Blue 2">
  <p:cSld name="Background Fantasy Blue 2">
    <p:bg>
      <p:bgPr>
        <a:solidFill>
          <a:srgbClr val="EBF5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9" descr="[UPDATED] Fantasy_Orb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69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>
              <a:solidFill>
                <a:schemeClr val="accent1"/>
              </a:solidFill>
            </a:endParaRPr>
          </a:p>
        </p:txBody>
      </p:sp>
      <p:cxnSp>
        <p:nvCxnSpPr>
          <p:cNvPr id="565" name="Google Shape;565;p69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66" name="Google Shape;566;p69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Spark">
  <p:cSld name="Background Spark">
    <p:bg>
      <p:bgPr>
        <a:solidFill>
          <a:srgbClr val="EBF5FF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70" descr="Spark_Star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70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>
              <a:solidFill>
                <a:schemeClr val="dk2"/>
              </a:solidFill>
            </a:endParaRPr>
          </a:p>
        </p:txBody>
      </p:sp>
      <p:cxnSp>
        <p:nvCxnSpPr>
          <p:cNvPr id="571" name="Google Shape;571;p70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2" name="Google Shape;572;p70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Spark 2">
  <p:cSld name="Background Spark 2">
    <p:bg>
      <p:bgPr>
        <a:solidFill>
          <a:srgbClr val="EBF5FF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71" descr="Spark_Orbs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71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>
              <a:solidFill>
                <a:schemeClr val="dk2"/>
              </a:solidFill>
            </a:endParaRPr>
          </a:p>
        </p:txBody>
      </p:sp>
      <p:cxnSp>
        <p:nvCxnSpPr>
          <p:cNvPr id="577" name="Google Shape;577;p71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8" name="Google Shape;578;p71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3"/>
          <p:cNvSpPr txBox="1">
            <a:spLocks noGrp="1"/>
          </p:cNvSpPr>
          <p:nvPr>
            <p:ph type="title"/>
          </p:nvPr>
        </p:nvSpPr>
        <p:spPr>
          <a:xfrm>
            <a:off x="228600" y="68580"/>
            <a:ext cx="8686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2pPr>
            <a:lvl3pPr lvl="2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3pPr>
            <a:lvl4pPr lvl="3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4pPr>
            <a:lvl5pPr lvl="4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5pPr>
            <a:lvl6pPr lvl="5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6pPr>
            <a:lvl7pPr lvl="6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7pPr>
            <a:lvl8pPr lvl="7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8pPr>
            <a:lvl9pPr lvl="8" indent="0">
              <a:spcBef>
                <a:spcPts val="0"/>
              </a:spcBef>
              <a:spcAft>
                <a:spcPts val="0"/>
              </a:spcAft>
              <a:buSzPts val="2000"/>
              <a:buNone/>
              <a:defRPr sz="1700"/>
            </a:lvl9pPr>
          </a:lstStyle>
          <a:p>
            <a:endParaRPr/>
          </a:p>
        </p:txBody>
      </p:sp>
      <p:sp>
        <p:nvSpPr>
          <p:cNvPr id="582" name="Google Shape;582;p73"/>
          <p:cNvSpPr txBox="1">
            <a:spLocks noGrp="1"/>
          </p:cNvSpPr>
          <p:nvPr>
            <p:ph type="body" idx="1"/>
          </p:nvPr>
        </p:nvSpPr>
        <p:spPr>
          <a:xfrm>
            <a:off x="228600" y="914400"/>
            <a:ext cx="8686800" cy="3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marR="0" lvl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5" name="Google Shape;585;p7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6" name="Google Shape;586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30800"/>
          </a:xfrm>
          <a:prstGeom prst="rect">
            <a:avLst/>
          </a:prstGeom>
        </p:spPr>
        <p:txBody>
          <a:bodyPr spcFirstLastPara="1" wrap="square" lIns="19050" tIns="19050" rIns="19050" bIns="19050" anchor="b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SPN">
  <p:cSld name="CAPTION_ONLY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639875"/>
            <a:ext cx="9144003" cy="5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75"/>
          <p:cNvSpPr txBox="1">
            <a:spLocks noGrp="1"/>
          </p:cNvSpPr>
          <p:nvPr>
            <p:ph type="sldNum" idx="12"/>
          </p:nvPr>
        </p:nvSpPr>
        <p:spPr>
          <a:xfrm>
            <a:off x="8754600" y="4846675"/>
            <a:ext cx="160800" cy="130800"/>
          </a:xfrm>
          <a:prstGeom prst="rect">
            <a:avLst/>
          </a:prstGeom>
        </p:spPr>
        <p:txBody>
          <a:bodyPr spcFirstLastPara="1" wrap="square" lIns="19050" tIns="19050" rIns="19050" bIns="19050" anchor="b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0" name="Google Shape;590;p75"/>
          <p:cNvPicPr preferRelativeResize="0"/>
          <p:nvPr/>
        </p:nvPicPr>
        <p:blipFill rotWithShape="1">
          <a:blip r:embed="rId3">
            <a:alphaModFix/>
          </a:blip>
          <a:srcRect r="10"/>
          <a:stretch/>
        </p:blipFill>
        <p:spPr>
          <a:xfrm>
            <a:off x="238123" y="4755500"/>
            <a:ext cx="2079974" cy="23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5"/>
          <p:cNvSpPr txBox="1">
            <a:spLocks noGrp="1"/>
          </p:cNvSpPr>
          <p:nvPr>
            <p:ph type="sldNum" idx="2"/>
          </p:nvPr>
        </p:nvSpPr>
        <p:spPr>
          <a:xfrm>
            <a:off x="7534250" y="4728250"/>
            <a:ext cx="1418700" cy="177000"/>
          </a:xfrm>
          <a:prstGeom prst="rect">
            <a:avLst/>
          </a:prstGeom>
        </p:spPr>
        <p:txBody>
          <a:bodyPr spcFirstLastPara="1" wrap="square" lIns="19050" tIns="19050" rIns="19050" bIns="1905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64788C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Use Only | </a:t>
            </a:r>
            <a:fld id="{00000000-1234-1234-1234-123412341234}" type="slidenum">
              <a:rPr lang="en"/>
              <a:t>‹#›</a:t>
            </a:fld>
            <a:endParaRPr sz="170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5" name="Google Shape;595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FF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238125" y="357188"/>
            <a:ext cx="86679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R="0"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R="0"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R="0"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R="0"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R="0"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R="0"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R="0"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SemiBold"/>
              <a:buNone/>
              <a:defRPr sz="2000" i="0" u="none" strike="noStrike" cap="none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8012188" y="4802734"/>
            <a:ext cx="729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</a:pPr>
            <a:r>
              <a:rPr lang="en"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sz="500"/>
          </a:p>
        </p:txBody>
      </p:sp>
      <p:cxnSp>
        <p:nvCxnSpPr>
          <p:cNvPr id="101" name="Google Shape;101;p20"/>
          <p:cNvCxnSpPr/>
          <p:nvPr/>
        </p:nvCxnSpPr>
        <p:spPr>
          <a:xfrm rot="10800000">
            <a:off x="8776443" y="4828849"/>
            <a:ext cx="0" cy="94500"/>
          </a:xfrm>
          <a:prstGeom prst="straightConnector1">
            <a:avLst/>
          </a:prstGeom>
          <a:noFill/>
          <a:ln w="12700" cap="flat" cmpd="sng">
            <a:solidFill>
              <a:srgbClr val="8295A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8803348" y="4809065"/>
            <a:ext cx="127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600"/>
              <a:buFont typeface="Avenir"/>
              <a:buNone/>
              <a:defRPr sz="600" b="0" i="0" u="none" strike="noStrike" cap="non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marR="0" lvl="0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Char char="•"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Char char="•"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None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None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Char char="•"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None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None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None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72ED"/>
              </a:buClr>
              <a:buSzPts val="1100"/>
              <a:buFont typeface="Montserrat"/>
              <a:buNone/>
              <a:defRPr sz="1100" i="0" u="none" strike="noStrike" cap="none">
                <a:solidFill>
                  <a:srgbClr val="3C4B5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48">
            <a:alphaModFix amt="40000"/>
          </a:blip>
          <a:stretch>
            <a:fillRect/>
          </a:stretch>
        </p:blipFill>
        <p:spPr>
          <a:xfrm>
            <a:off x="202544" y="4707395"/>
            <a:ext cx="1779110" cy="28261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4" r:id="rId7"/>
    <p:sldLayoutId id="2147483676" r:id="rId8"/>
    <p:sldLayoutId id="2147483681" r:id="rId9"/>
    <p:sldLayoutId id="2147483682" r:id="rId10"/>
    <p:sldLayoutId id="2147483683" r:id="rId11"/>
    <p:sldLayoutId id="2147483684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  <p:sldLayoutId id="2147483711" r:id="rId36"/>
    <p:sldLayoutId id="2147483712" r:id="rId37"/>
    <p:sldLayoutId id="2147483713" r:id="rId38"/>
    <p:sldLayoutId id="2147483714" r:id="rId39"/>
    <p:sldLayoutId id="2147483715" r:id="rId40"/>
    <p:sldLayoutId id="2147483716" r:id="rId41"/>
    <p:sldLayoutId id="2147483717" r:id="rId42"/>
    <p:sldLayoutId id="2147483718" r:id="rId43"/>
    <p:sldLayoutId id="2147483719" r:id="rId44"/>
    <p:sldLayoutId id="2147483720" r:id="rId45"/>
    <p:sldLayoutId id="2147483721" r:id="rId4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7"/>
          <p:cNvSpPr txBox="1">
            <a:spLocks noGrp="1"/>
          </p:cNvSpPr>
          <p:nvPr>
            <p:ph type="title"/>
          </p:nvPr>
        </p:nvSpPr>
        <p:spPr>
          <a:xfrm>
            <a:off x="238050" y="2281114"/>
            <a:ext cx="8667900" cy="78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2800"/>
              <a:t>Product Management AI Workshop</a:t>
            </a:r>
            <a:br>
              <a:rPr lang="en" sz="2800"/>
            </a:br>
            <a:r>
              <a:rPr lang="en-US" sz="1800"/>
              <a:t>How to use Disney AI technologies for everyday impact</a:t>
            </a:r>
            <a:br>
              <a:rPr lang="en-US" sz="1600"/>
            </a:br>
            <a:endParaRPr lang="en-US" sz="16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B4D12F4-E1CB-25B9-73DC-456DB3612C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726141" y="2026187"/>
            <a:ext cx="2653553" cy="265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96"/>
          <p:cNvSpPr txBox="1">
            <a:spLocks noGrp="1"/>
          </p:cNvSpPr>
          <p:nvPr>
            <p:ph type="title"/>
          </p:nvPr>
        </p:nvSpPr>
        <p:spPr>
          <a:xfrm>
            <a:off x="240500" y="2298446"/>
            <a:ext cx="32505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400"/>
              <a:buFont typeface="Avenir"/>
              <a:buNone/>
            </a:pPr>
            <a:r>
              <a:rPr lang="en">
                <a:solidFill>
                  <a:srgbClr val="FDFFFC"/>
                </a:solidFill>
              </a:rPr>
              <a:t>Thank You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FFFFFF"/>
      </a:dk1>
      <a:lt1>
        <a:srgbClr val="576377"/>
      </a:lt1>
      <a:dk2>
        <a:srgbClr val="1E1C5D"/>
      </a:dk2>
      <a:lt2>
        <a:srgbClr val="1990B7"/>
      </a:lt2>
      <a:accent1>
        <a:srgbClr val="F0F1F3"/>
      </a:accent1>
      <a:accent2>
        <a:srgbClr val="C8D3DD"/>
      </a:accent2>
      <a:accent3>
        <a:srgbClr val="8694A6"/>
      </a:accent3>
      <a:accent4>
        <a:srgbClr val="383F4F"/>
      </a:accent4>
      <a:accent5>
        <a:srgbClr val="C0E2BF"/>
      </a:accent5>
      <a:accent6>
        <a:srgbClr val="FDC000"/>
      </a:accent6>
      <a:hlink>
        <a:srgbClr val="0E7F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aeea1b-65de-477a-9b3c-81aa1ef1f4b9">
      <Terms xmlns="http://schemas.microsoft.com/office/infopath/2007/PartnerControls"/>
    </lcf76f155ced4ddcb4097134ff3c332f>
    <TaxCatchAll xmlns="2afbbdee-0c8e-4ff3-b42d-59905b1cf1dd" xsi:nil="true"/>
    <Source xmlns="1caeea1b-65de-477a-9b3c-81aa1ef1f4b9">Project</Sourc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CB86CA37481C428CBD534C076FDD2C" ma:contentTypeVersion="13" ma:contentTypeDescription="Create a new document." ma:contentTypeScope="" ma:versionID="a97890fc0283b06890f211a60e5b9aed">
  <xsd:schema xmlns:xsd="http://www.w3.org/2001/XMLSchema" xmlns:xs="http://www.w3.org/2001/XMLSchema" xmlns:p="http://schemas.microsoft.com/office/2006/metadata/properties" xmlns:ns2="1caeea1b-65de-477a-9b3c-81aa1ef1f4b9" xmlns:ns3="2afbbdee-0c8e-4ff3-b42d-59905b1cf1dd" targetNamespace="http://schemas.microsoft.com/office/2006/metadata/properties" ma:root="true" ma:fieldsID="a4b6f4e9809c2a18e74ccb6d34f44801" ns2:_="" ns3:_="">
    <xsd:import namespace="1caeea1b-65de-477a-9b3c-81aa1ef1f4b9"/>
    <xsd:import namespace="2afbbdee-0c8e-4ff3-b42d-59905b1cf1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Source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aeea1b-65de-477a-9b3c-81aa1ef1f4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Source" ma:index="16" ma:displayName="Group" ma:default="Channels" ma:format="Dropdown" ma:internalName="Source">
      <xsd:simpleType>
        <xsd:restriction base="dms:Choice">
          <xsd:enumeration value="Apps"/>
          <xsd:enumeration value="Channels"/>
          <xsd:enumeration value="Project"/>
          <xsd:enumeration value="Meetings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25c46f5-07aa-4fd7-9d87-3e3f7311e7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fbbdee-0c8e-4ff3-b42d-59905b1cf1d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a01f320b-e92d-49cc-9bb3-e50dc9e290c5}" ma:internalName="TaxCatchAll" ma:showField="CatchAllData" ma:web="2afbbdee-0c8e-4ff3-b42d-59905b1cf1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E09E1-9F5C-4EBB-B420-404507202779}">
  <ds:schemaRefs>
    <ds:schemaRef ds:uri="http://purl.org/dc/terms/"/>
    <ds:schemaRef ds:uri="http://purl.org/dc/elements/1.1/"/>
    <ds:schemaRef ds:uri="http://purl.org/dc/dcmitype/"/>
    <ds:schemaRef ds:uri="2afbbdee-0c8e-4ff3-b42d-59905b1cf1dd"/>
    <ds:schemaRef ds:uri="http://schemas.microsoft.com/office/2006/documentManagement/types"/>
    <ds:schemaRef ds:uri="http://schemas.microsoft.com/office/infopath/2007/PartnerControls"/>
    <ds:schemaRef ds:uri="1caeea1b-65de-477a-9b3c-81aa1ef1f4b9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EF4DC3-2A1B-4024-9E35-D4A236DFB3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71747A-30EF-4521-BDDB-11FCA5480D76}">
  <ds:schemaRefs>
    <ds:schemaRef ds:uri="1caeea1b-65de-477a-9b3c-81aa1ef1f4b9"/>
    <ds:schemaRef ds:uri="2afbbdee-0c8e-4ff3-b42d-59905b1cf1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17</Words>
  <Application>Microsoft Macintosh PowerPoint</Application>
  <PresentationFormat>On-screen Show (16:9)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Montserrat SemiBold</vt:lpstr>
      <vt:lpstr>Avenir</vt:lpstr>
      <vt:lpstr>Montserrat Medium</vt:lpstr>
      <vt:lpstr>Montserrat</vt:lpstr>
      <vt:lpstr>Arial</vt:lpstr>
      <vt:lpstr>21_BasicWhite</vt:lpstr>
      <vt:lpstr>Product Management AI Workshop How to use Disney AI technologies for everyday impact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Fong, Jonathan</cp:lastModifiedBy>
  <cp:revision>2</cp:revision>
  <dcterms:modified xsi:type="dcterms:W3CDTF">2026-06-05T10:45:07Z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0x0101003ECB86CA37481C428CBD534C076FDD2C</vt:lpwstr>
  </property>
  <property fmtid="{D5CDD505-2E9C-101B-9397-08002B2CF9AE}" pid="3" name="MediaServiceImageTags">
    <vt:lpwstr/>
  </property>
  <property fmtid="{D5CDD505-2E9C-101B-9397-08002B2CF9AE}" pid="4" name="MSIP_Label_c62e0584-010f-4004-8a6a-d5c118c8b4bd_Enabled">
    <vt:lpwstr>true</vt:lpwstr>
  </property>
  <property fmtid="{D5CDD505-2E9C-101B-9397-08002B2CF9AE}" pid="5" name="MSIP_Label_c62e0584-010f-4004-8a6a-d5c118c8b4bd_SetDate">
    <vt:lpwstr>2026-02-17T20:22:43Z</vt:lpwstr>
  </property>
  <property fmtid="{D5CDD505-2E9C-101B-9397-08002B2CF9AE}" pid="6" name="MSIP_Label_c62e0584-010f-4004-8a6a-d5c118c8b4bd_Method">
    <vt:lpwstr>Privileged</vt:lpwstr>
  </property>
  <property fmtid="{D5CDD505-2E9C-101B-9397-08002B2CF9AE}" pid="7" name="MSIP_Label_c62e0584-010f-4004-8a6a-d5c118c8b4bd_Name">
    <vt:lpwstr>Internal</vt:lpwstr>
  </property>
  <property fmtid="{D5CDD505-2E9C-101B-9397-08002B2CF9AE}" pid="8" name="MSIP_Label_c62e0584-010f-4004-8a6a-d5c118c8b4bd_SiteId">
    <vt:lpwstr>56b731a8-a2ac-4c32-bf6b-616810e913c6</vt:lpwstr>
  </property>
  <property fmtid="{D5CDD505-2E9C-101B-9397-08002B2CF9AE}" pid="9" name="MSIP_Label_c62e0584-010f-4004-8a6a-d5c118c8b4bd_ActionId">
    <vt:lpwstr>4d9cbced-2db7-45f7-a486-ed5912474d8d</vt:lpwstr>
  </property>
  <property fmtid="{D5CDD505-2E9C-101B-9397-08002B2CF9AE}" pid="10" name="MSIP_Label_c62e0584-010f-4004-8a6a-d5c118c8b4bd_ContentBits">
    <vt:lpwstr>0</vt:lpwstr>
  </property>
  <property fmtid="{D5CDD505-2E9C-101B-9397-08002B2CF9AE}" pid="11" name="MSIP_Label_c62e0584-010f-4004-8a6a-d5c118c8b4bd_Tag">
    <vt:lpwstr>50, 0, 1, 1</vt:lpwstr>
  </property>
</Properties>
</file>