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2000" cy="54864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0">
                <a:solidFill>
                  <a:srgbClr val="152342"/>
                </a:solidFill>
                <a:latin typeface="Calibri Light"/>
              </a:defRPr>
            </a:pPr>
            <a:r>
              <a:t>Can Unity Catalog replace Alation?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Calibri"/>
              </a:defRPr>
            </a:pPr>
            <a:r>
              <a:t>After DAIS 2026 (June 15–18), leadership is asking whether Unity Catalog can substitute for OMS + Navigator.</a:t>
            </a:r>
            <a:br/>
            <a:r>
              <a:t>Answer: No — UC complements OMS; it does not replace Alation.  |  Alation contract end: October 1,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What Databricks announced (DAIS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Semantics &amp;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Metric Views — governed KPIs at data layer (available)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Business Glossary — preview coming soon (announced, not shipped)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Domains — business-area marketplace (Public Preview)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Governance Hub — steward command center (Private Preview)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Agents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Unity AI Gateway — models, agents, MCPs (Beta)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External lineage GA; cross-region governance (roadmap)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ABAC, classification, DQ monitoring (expanding)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UC extends from technical governance toward business semantics—primarily inside Databricks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44184"/>
            <a:ext cx="11274552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1356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Important: Glossary was announced but is not GA. What ships today is Metric Views + agent metadata—not a stewarded enterprise glossary.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What Unity Catalog is good at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359359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Governance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Fine-grained access, audit, lineage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Models, volumes, functions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ABAC, masking,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43584"/>
            <a:ext cx="359359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Semantic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00784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Define KPIs once; query via SQL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Governed, lineaged definitions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Strong fit for Genie + AI/BI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243584"/>
            <a:ext cx="359359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35331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Evolving federation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00784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Iceberg / REST interoperability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External lineage for non-DBX systems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Integration engineering cost is on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What Alation gives us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Capability pillars (must preserve)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Discovery — search &amp; browse across sources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Business context — glossary, articles, synonyms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Trust — tags, domains, endorse/deprecate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Lineage — tables, columns, dataflows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Scale ops — bulk edit, catalog sets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Governance — stewardship, policy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Our estate &amp;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Stewards, analysts, compliance, business consumers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Multiple Snowflake accounts (DSS, Hulu, DTCI…)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Pipelines: Airflow, dbt, 626/MCI supply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Unity for lakehouse—not the only platform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Enterprise catalogs federate metadata above heterogeneous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Capability comparison (selected)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43584"/>
          <a:ext cx="96926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347472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Unity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Business glossary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Preview announced; not 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Articles / knowledge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Cross-platform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DBX-primary; BYOL = build/maintain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Stewardship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Limited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45309"/>
                          </a:solidFill>
                          <a:latin typeface="Calibri"/>
                        </a:defRPr>
                      </a:pPr>
                      <a:r>
                        <a:t>Major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Bulk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Mass edit, catalog 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Tag policies; not estate-wide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45309"/>
                          </a:solidFill>
                          <a:latin typeface="Calibri"/>
                        </a:defRPr>
                      </a:pPr>
                      <a:r>
                        <a:t>Major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Governed KPIs /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Glossary +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Metric Views —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Complement OMS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DBX permissions &amp; 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Via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Native —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Feed OMS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Business glossary: the decisive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What stewards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Terms with definitions, synonyms, status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Links to tables &amp; columns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Domain &amp; stewardship ownership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Searchable by business language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Examples: Paid Subscribers; Total Time Streamed per Entitled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What UC offers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Metric Views — SQL-defined KPIs with display names on measures/dimensions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Agent metadata — helps Genie/AI interpret metrics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Future Glossary — announced DAIS 2026; preview coming soon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Metrics layer ≠ business glossary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UC = structural engine; enterprise catalog = federation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044184"/>
            <a:ext cx="11274552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1356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A metrics layer standardizes how KPIs are calculated. A business glossary standardizes what concepts mean—including terms that are not single SQL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Recommended architecture — complement, don't substitute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27157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Unity Catalog</a:t>
            </a:r>
          </a:p>
          <a:p>
            <a:pPr>
              <a:defRPr sz="900" b="0">
                <a:solidFill>
                  <a:srgbClr val="334155"/>
                </a:solidFill>
                <a:latin typeface="Calibri"/>
              </a:defRPr>
            </a:pPr>
            <a:r>
              <a:t>Execution-plane governance for Databricks: schemas, permissions, lineage, metric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43584"/>
            <a:ext cx="27157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353312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626 / MCI</a:t>
            </a:r>
          </a:p>
          <a:p>
            <a:pPr>
              <a:defRPr sz="900" b="0">
                <a:solidFill>
                  <a:srgbClr val="334155"/>
                </a:solidFill>
                <a:latin typeface="Calibri"/>
              </a:defRPr>
            </a:pPr>
            <a:r>
              <a:t>Technical metadata supply into OMS.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43584"/>
            <a:ext cx="27157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353312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OMS</a:t>
            </a:r>
          </a:p>
          <a:p>
            <a:pPr>
              <a:defRPr sz="900" b="0">
                <a:solidFill>
                  <a:srgbClr val="334155"/>
                </a:solidFill>
                <a:latin typeface="Calibri"/>
              </a:defRPr>
            </a:pPr>
            <a:r>
              <a:t>Federated metadata store — system of record for enterprise catalog.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243584"/>
            <a:ext cx="27157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33688" y="1353312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Navigator</a:t>
            </a:r>
          </a:p>
          <a:p>
            <a:pPr>
              <a:defRPr sz="900" b="0">
                <a:solidFill>
                  <a:srgbClr val="334155"/>
                </a:solidFill>
                <a:latin typeface="Calibri"/>
              </a:defRPr>
            </a:pPr>
            <a:r>
              <a:t>Business-first UX — Alation replacement: search, glossary, asset detail, stewardship.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83864"/>
            <a:ext cx="11274552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753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2342"/>
                </a:solidFill>
                <a:latin typeface="Calibri Light"/>
              </a:defRPr>
            </a:pPr>
            <a:r>
              <a:t>Principle: one system of record per metadata type — ingest UC → OMS; no dual-writing glossary in UC and OMS.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23944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UC governs lakehouse execution; OMS federates the estate; Navigator is the experience business users need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Revisit UC Glossary GA for OMS ingestion—not a program reset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Decision &amp;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June 2026  |  Unity Catalog vs. 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Do NOT pivot Alation replacement to Unity Catalog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DO continue OMS + Navigator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Integrate UC as governed Databricks metadata source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Do not pause for UC — Glossary preview not ready; contract ends Oct 1,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5331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Calibri"/>
              </a:defRPr>
            </a:pPr>
            <a:r>
              <a:t>Asks &amp; talking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55064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“Can UC replace Alation?” — Not for glossary, cross-platform discovery, or stewardship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“Are we duplicating Databricks?” — Hub-and-spoke: UC feeds OMS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Align on OMS + Navigator as Alation replacement strategy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Charter UC → OMS integration for Databricks assets &amp; metric 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